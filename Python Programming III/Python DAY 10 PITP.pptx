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2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7" r:id="rId23"/>
    <p:sldId id="274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B8A-C9F4-45A9-946A-0C2A265149BA}" type="datetimeFigureOut">
              <a:rPr lang="en-PK" smtClean="0"/>
              <a:t>08/10/2024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9182C-4EB3-44EA-9D91-AE666E2C70B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7173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AFFC5-F979-4BDB-AB3F-09CD0BB9489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112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4E612-C65F-E86B-C033-C74E10C5F0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5EDE2-8534-48BF-9CA6-D54B64FC366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73816A04-1E1A-A37B-B73F-D58381522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71838-1DAD-4964-A8D2-EDEBDDADA2BA}" type="datetime1">
              <a:rPr lang="en-US" smtClean="0"/>
              <a:t>10/8/2024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73B481-ACD9-3F79-2DD1-4E69317CA3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434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5A583B43-2D19-41E3-ADB6-6E49D8A9C652}" type="datetime1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D762F6-9A6B-F123-7BA4-D26132F134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7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CC5B1-62D5-4835-9D64-34BCFE87B16E}" type="datetime1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C769D5-36F8-AEAA-973C-3B0AA9495C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45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DB6ED-9004-4A71-8778-868A297C4223}" type="datetime1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0303414-A318-B16A-813B-5FE0C2A9B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19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E5DEB-5D91-49B1-B35D-D9EF8CFD3798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257B711-A0E5-3E59-6F6F-EC8B7DFCA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27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A3221-1A1D-4D6B-BF82-669EAF0E1547}" type="datetime1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E6E5774-C41A-3566-565A-6CC03B7446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39002-3737-4861-8D92-764E24EAAD04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BE428-415A-1F91-83CF-9AB56205C4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4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16911-A92B-4B7F-93FD-47BD9A1E4D48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2B53FAEC-333B-D11A-6998-5FB685BFB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199" y="225004"/>
            <a:ext cx="1602675" cy="152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1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E34E7-6DA0-4AC7-AC94-EDF665FC0F13}" type="datetime1">
              <a:rPr lang="en-US" smtClean="0"/>
              <a:t>10/8/2024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Atta Muhammad </a:t>
            </a:r>
            <a:r>
              <a:rPr lang="en-GB" dirty="0" err="1"/>
              <a:t>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460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mailto:attapanhyar@quest.edu.p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15ECF02-0C11-4320-A868-5EC7DD53D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C74A336-DE5D-4AE0-9A50-8D93C4AA4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11A81C9-7A36-4A04-B14C-A45B899E4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AE1DE35-5349-4B57-B255-C07C69270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FE9588-5F4B-41DF-9FF6-6B4969245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CC9B87-707A-4D04-9336-B1418878A8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8CF5CAA-7C4D-408A-B1A8-E98C0E6633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462EA1B-90F8-4C08-AE36-FFBA2B45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F7B5623-96F7-42F0-BAC5-78D6789E01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85D83B1-1723-4710-8FC5-18EDC879E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998838C-DFB6-48F7-A18D-30469E816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BDB9A78-94CB-422D-B92E-65FD2732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A5DBD01-426B-424D-815A-96518F600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218DF-D55B-4D41-AE23-F1E64BAC60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8D61EB8-98CC-4243-9E20-33CAC65BF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35F0944-B143-45B0-8B72-6CE34D461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F68EF7F-67D0-463D-AB84-EA24D1819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17074E-4E65-4CBD-B1B0-9C18D6F724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9CC905ED-EF46-4349-9E9B-217431094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91F234-1C65-45AC-8CCE-A1C4AE49C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D46B3DB-5DBB-41CF-9FA5-010ECA0C3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92A3FF8-F172-47ED-84C6-802C85C1CB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5933982-9CB6-4199-B123-A3669A4FEF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CA832CD-B214-4ABC-AC95-A3DA116A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7EBA147-C4BA-4B48-B61D-CA24B8B06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A8253B7-461E-48CC-B871-8A255EE3D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ADE46C3-C2E1-4492-AC59-870160A3C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0052E9-B440-4C1E-BC41-39957D590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31F119B-638C-42B1-8400-709B94F1E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6299ED-D998-4895-9CCF-02427F195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4442675-84C9-45C8-9524-ABE4E2507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5BE3E63-4FA5-4EBD-9F3B-E29F5128A8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C5A698-334B-D067-8439-BFEB7877F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4891" y="737893"/>
            <a:ext cx="6118703" cy="27060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/>
              <a:t>Python Programming Bootcamp - Week 3, Day 3</a:t>
            </a:r>
            <a:endParaRPr lang="en-PK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FEA0F-305F-C5D2-1BA5-3770746BC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89726" y="3674327"/>
            <a:ext cx="5415521" cy="246077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Tuples and Dictionaries – Introduction and Operations</a:t>
            </a:r>
          </a:p>
          <a:p>
            <a:r>
              <a:rPr lang="en-GB" dirty="0"/>
              <a:t>Atta Muhammad</a:t>
            </a:r>
          </a:p>
          <a:p>
            <a:r>
              <a:rPr lang="en-GB" dirty="0">
                <a:hlinkClick r:id="rId2"/>
              </a:rPr>
              <a:t>attapanhyar@quest.edu.pk</a:t>
            </a:r>
            <a:endParaRPr lang="en-GB" dirty="0"/>
          </a:p>
          <a:p>
            <a:r>
              <a:rPr lang="en-US" dirty="0"/>
              <a:t>+923331971110</a:t>
            </a:r>
          </a:p>
          <a:p>
            <a:r>
              <a:rPr lang="en-US" dirty="0"/>
              <a:t>Quaid-e-</a:t>
            </a:r>
            <a:r>
              <a:rPr lang="en-US" dirty="0" err="1"/>
              <a:t>Awam</a:t>
            </a:r>
            <a:r>
              <a:rPr lang="en-US" dirty="0"/>
              <a:t> University of Engineering, Science and Technology</a:t>
            </a:r>
            <a:endParaRPr lang="en-PK" dirty="0"/>
          </a:p>
        </p:txBody>
      </p:sp>
      <p:pic>
        <p:nvPicPr>
          <p:cNvPr id="46" name="Picture 45" descr="A colorful background with curves&#10;&#10;Description automatically generated with medium confidence">
            <a:extLst>
              <a:ext uri="{FF2B5EF4-FFF2-40B4-BE49-F238E27FC236}">
                <a16:creationId xmlns:a16="http://schemas.microsoft.com/office/drawing/2014/main" id="{D466624D-CA7F-85D0-CF1C-623C442A82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514" r="33800"/>
          <a:stretch/>
        </p:blipFill>
        <p:spPr>
          <a:xfrm>
            <a:off x="1" y="10"/>
            <a:ext cx="5854890" cy="6857990"/>
          </a:xfrm>
          <a:custGeom>
            <a:avLst/>
            <a:gdLst/>
            <a:ahLst/>
            <a:cxnLst/>
            <a:rect l="l" t="t" r="r" b="b"/>
            <a:pathLst>
              <a:path w="6036633" h="6858000">
                <a:moveTo>
                  <a:pt x="0" y="0"/>
                </a:moveTo>
                <a:lnTo>
                  <a:pt x="5782584" y="0"/>
                </a:lnTo>
                <a:lnTo>
                  <a:pt x="5847735" y="280891"/>
                </a:lnTo>
                <a:cubicBezTo>
                  <a:pt x="6512611" y="3337011"/>
                  <a:pt x="5215360" y="3533975"/>
                  <a:pt x="5130974" y="6590095"/>
                </a:cubicBezTo>
                <a:lnTo>
                  <a:pt x="51273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F0753E91-DF19-4FA4-BFBF-221696B8D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6297356" y="-28737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82716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40A7-E9E5-EADC-AAD0-160D7B91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E216C-3B79-B096-2714-761B6D793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tuples and their immutability.</a:t>
            </a:r>
          </a:p>
          <a:p>
            <a:endParaRPr lang="en-GB" dirty="0"/>
          </a:p>
          <a:p>
            <a:r>
              <a:rPr lang="en-GB" dirty="0"/>
              <a:t>Learn basic operations on tuples and their use cases.</a:t>
            </a:r>
          </a:p>
          <a:p>
            <a:endParaRPr lang="en-GB" dirty="0"/>
          </a:p>
          <a:p>
            <a:r>
              <a:rPr lang="en-GB" dirty="0"/>
              <a:t>Understand dictionaries, key-value pairs, and operations on dictionaries.</a:t>
            </a:r>
          </a:p>
          <a:p>
            <a:endParaRPr lang="en-GB" dirty="0"/>
          </a:p>
          <a:p>
            <a:r>
              <a:rPr lang="en-GB" dirty="0"/>
              <a:t>Explore practical applications of tuples and dictionaries in Python programming.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977CD-4169-D6CA-D674-1CB0E1419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A4154-BA4C-6095-D7CB-065F591AB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BD6F1-48BD-6DC0-490E-A289877B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3476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9826F-91D4-F75F-0B96-077D0E67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Tuples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D3D79-1505-7060-7CD1-07CC47EBF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A tuple is an immutable, ordered sequence of items.</a:t>
            </a:r>
          </a:p>
          <a:p>
            <a:r>
              <a:rPr lang="en-GB" b="1" dirty="0"/>
              <a:t>Example: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30E74-B966-6EED-0FBB-507630E0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97C8F-102C-00B4-9E76-BF812B07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E7853-2343-C249-B289-C4778A0A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7919AE-D73D-0537-0529-DB16BB9F3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365" y="3611036"/>
            <a:ext cx="4496427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346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26C41-542F-03FC-4F60-270C88B5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Tuple Elements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9D399-5AC1-EAC1-9F92-8A7749A4A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Indexing</a:t>
            </a:r>
            <a:r>
              <a:rPr lang="en-GB" dirty="0"/>
              <a:t>: Tuples use zero-based indexing, similar to lists.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D2460-5989-C71D-3A08-1D82AFA9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B8348-77B2-D465-5137-9CDB1C088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E3FCD-19EC-03B8-A695-6FC6BC35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9C2ECD-0905-3BED-A8B8-A32571529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8478" y="3429000"/>
            <a:ext cx="4601217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11004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0ABB-6126-885E-01D7-EE0512719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 Unpacking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9284-B8A4-B7AF-D4DA-1C3FE0801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You can assign values from a tuple to variables in a single line.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49476-C7C6-81BA-92C8-A2CA03555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7FD83-0F10-76E5-854E-C82977FFA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FD361-001A-2F9A-F3E4-F3F1EA571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7B6439-FFA8-2035-9023-E65D7963F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060" y="3429000"/>
            <a:ext cx="6560934" cy="148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6450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2DC53-B2D8-5888-DFD8-DD850D08F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Tuples are Immutable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B4EB46-F7D4-F1E6-5B32-96F8023FA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Explanation</a:t>
            </a:r>
            <a:r>
              <a:rPr lang="en-GB" dirty="0"/>
              <a:t>: Once a tuple is created, you cannot modify its elements.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23664-4D46-ECFD-C3EB-49C9C0C8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D9DF-B573-0032-7021-439D03C3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F9BD4-74D1-40C7-9214-6640D12F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7DB846-251A-6470-A8F5-3AE61BDB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443" y="3758705"/>
            <a:ext cx="5706271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44146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F3BC6-8856-0E70-8DE4-02934D14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Use Tuples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F6EC6-F2CC-D8C8-6D5C-972594DB8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Use Cases</a:t>
            </a:r>
            <a:r>
              <a:rPr lang="en-GB" sz="2400" dirty="0"/>
              <a:t>: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Use tuples when you need an ordered collection that should not be changed.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/>
              <a:t>Tuples are often used to return multiple values from a function.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0D5BA-094E-62E9-9779-3A6CEDEC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0D50B-A242-C432-03C3-75125B0B1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FB332-A2ED-3C8A-81BE-005F4BC2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6528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650E-D4FE-F9FB-3622-E3911484D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1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CBB6A-B023-1B95-DD49-BB165021A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400" b="1" dirty="0"/>
              <a:t>Task</a:t>
            </a:r>
            <a:r>
              <a:rPr lang="en-GB" sz="2400" dirty="0"/>
              <a:t>: Create a tuple with the names of 5 cities and print the third city.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6127F-A8A3-7635-7D13-7E1AFDA3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40ED3-C6B7-883C-8E22-244952880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67B7C-7766-6B6B-DC8F-F45487F0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10311B-65DF-5FCD-F563-198C37FB1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028" y="3144186"/>
            <a:ext cx="4255943" cy="2760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40289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7C49-5683-6C96-B8E9-53B42EC59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Dictionaries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2E3D7-42FF-D167-DDE0-1D3FB55B6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Definition</a:t>
            </a:r>
            <a:r>
              <a:rPr lang="en-GB" dirty="0"/>
              <a:t>: A dictionary is a collection of key-value pairs, where each key is unique.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F1238-D19A-F79C-3DC6-3E57D9246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57612-219F-57F7-DE93-44B4E0DFE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C2E30-A7DB-0D3D-66FE-B2DA0897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FFDA1C-F3B4-4CD7-F8F0-CA30BA5A6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15" y="3257027"/>
            <a:ext cx="7840169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90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3E3B0-96F1-6CF8-B59E-A7B4D57DD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Accessing Dictionary Values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302F6-4FD8-1C24-AD7C-CB8FA245C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Using Keys</a:t>
            </a:r>
            <a:r>
              <a:rPr lang="en-GB" dirty="0"/>
              <a:t>: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5DA12-C519-A163-F9AE-761CEB8F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05A15-CD69-AAD8-F9D3-DEC21BF9D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BA9FE-7466-1B6B-A634-31DEDBB7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D358A0-BFF0-2009-D1F7-DF5AE4AC4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205" y="3095578"/>
            <a:ext cx="7811590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36111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C77DC-23D1-649A-ADE3-2C486C9A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Modifying a Dictionary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4BD4-9332-F7D6-E5BA-39307235A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Adding/Updating Values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CDB77-E541-709E-ADCD-BB31454AD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4553D-BBBB-8506-AF1C-A1B4423F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2287D-332C-1C9A-B2CB-F985288B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39A2F-7334-1ADB-24E7-3ED458029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87" y="3206952"/>
            <a:ext cx="10669730" cy="128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47208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88989-8E03-FCAC-4DF8-F7BC28CC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Removing Items from a Dictionary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813C-742A-A9AD-BBA4-B119EB5B3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Using </a:t>
            </a:r>
            <a:r>
              <a:rPr lang="en-GB" sz="2400" b="1" dirty="0"/>
              <a:t>del</a:t>
            </a:r>
            <a:r>
              <a:rPr lang="en-GB" sz="2400" dirty="0"/>
              <a:t> and </a:t>
            </a:r>
            <a:r>
              <a:rPr lang="en-GB" sz="2400" b="1" dirty="0"/>
              <a:t>pop</a:t>
            </a:r>
            <a:r>
              <a:rPr lang="en-GB" sz="2400" dirty="0"/>
              <a:t>():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32BAB-0C7B-7FCA-AC8B-1D949990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0237D-95E7-3C3C-C6E0-BE2FDBA7B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8D25A-AB05-979C-2709-C22C1943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FC16DA-1A37-7998-282A-823DBAC4C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8" y="3296274"/>
            <a:ext cx="10423598" cy="1258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2491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1A74-7D5D-CDB3-7BDA-AA4704BF5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Looping Through a Dictionary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2DFEC-2424-1789-D384-0503358CB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Keys, Values, and Items:</a:t>
            </a:r>
            <a:endParaRPr lang="en-PK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0FA52-9F09-BE5A-AA29-9D7F0FD0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86024-F712-0087-2D81-0BC14A88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8C900-F97E-9E64-BBB0-45536B9F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5E0EA7-1972-33BE-DE3C-7042E8E1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78" y="3198745"/>
            <a:ext cx="9608407" cy="113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4714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560A-1B8E-B6F0-0C7F-32A2D62C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Exercise 2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B3BF1-225A-FFE6-A057-F2F59EF1E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b="1" dirty="0"/>
              <a:t>Task</a:t>
            </a:r>
            <a:r>
              <a:rPr lang="en-GB" sz="2400" dirty="0"/>
              <a:t>: Write a Python program to create a dictionary with details of a book (title, author, year). Add a new key for the genre and print all the details.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936F6-1EF8-5835-3BAB-68FFE79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2DA8C-DCD1-FE02-9AD1-3DCE3E6A0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9FB50-1A80-FB18-B3C9-1101B023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77129FB-E863-4768-30EC-F3876A548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873" y="3229580"/>
            <a:ext cx="4026044" cy="294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27217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F938A-17C0-41ED-602B-7EDCC7CB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Dictionary Methods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BB2B-406E-A664-C8C2-08137C39F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b="1" dirty="0"/>
              <a:t>Common Methods</a:t>
            </a:r>
            <a:r>
              <a:rPr lang="en-GB" sz="2800" dirty="0"/>
              <a:t>:</a:t>
            </a:r>
          </a:p>
          <a:p>
            <a:pPr lvl="1"/>
            <a:r>
              <a:rPr lang="en-GB" sz="2400" b="1" dirty="0"/>
              <a:t>get</a:t>
            </a:r>
            <a:r>
              <a:rPr lang="en-GB" sz="2400" dirty="0"/>
              <a:t>(), </a:t>
            </a:r>
            <a:r>
              <a:rPr lang="en-GB" sz="2400" b="1" dirty="0"/>
              <a:t>update</a:t>
            </a:r>
            <a:r>
              <a:rPr lang="en-GB" sz="2400" dirty="0"/>
              <a:t>(), </a:t>
            </a:r>
            <a:r>
              <a:rPr lang="en-GB" sz="2400" b="1" dirty="0"/>
              <a:t>keys</a:t>
            </a:r>
            <a:r>
              <a:rPr lang="en-GB" sz="2400" dirty="0"/>
              <a:t>(), </a:t>
            </a:r>
            <a:r>
              <a:rPr lang="en-GB" sz="2400" b="1" dirty="0"/>
              <a:t>values</a:t>
            </a:r>
            <a:r>
              <a:rPr lang="en-GB" sz="2400" dirty="0"/>
              <a:t>(), </a:t>
            </a:r>
            <a:r>
              <a:rPr lang="en-GB" sz="2400" b="1" dirty="0"/>
              <a:t>items</a:t>
            </a:r>
            <a:r>
              <a:rPr lang="en-GB" sz="2400" dirty="0"/>
              <a:t>()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3CAED-2921-F0E0-82C6-6C14178D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83141-D504-CAB1-E6A4-4063FB3B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87707-17BE-734D-CC7B-23DA7D3F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87E1D1-5407-D040-CFEE-512D9DC0D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20" y="4122349"/>
            <a:ext cx="11001601" cy="79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115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33F5-7062-87E6-4AE2-EC4508375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Hands-On Group Activity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12AB9-938C-3598-4A3C-FDA8A1ADC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b="1" dirty="0"/>
              <a:t>Task</a:t>
            </a:r>
            <a:r>
              <a:rPr lang="en-GB" sz="2400" dirty="0"/>
              <a:t>: Create a dictionary representing a classroom. The keys are the student names, and the values are their grades. Use loops to calculate the average grade.</a:t>
            </a:r>
            <a:endParaRPr lang="en-PK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4E37E-F49A-79B6-259B-F4EC0894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82CD-AFFE-D3B2-5B65-ECFD4CA0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23D3-3587-4B76-5F0F-9E08B8995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73734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B2ED-8BA0-AA29-7801-E18527F8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Recap and Key Takeaways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CCB82-3E09-2B7B-CBE6-01234B77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sz="2400" b="1" dirty="0"/>
              <a:t>Key Points</a:t>
            </a:r>
            <a:r>
              <a:rPr lang="en-GB" sz="2400" dirty="0"/>
              <a:t>:</a:t>
            </a:r>
          </a:p>
          <a:p>
            <a:pPr lvl="1" algn="just"/>
            <a:endParaRPr lang="en-GB" sz="2000" dirty="0"/>
          </a:p>
          <a:p>
            <a:pPr lvl="1" algn="just"/>
            <a:r>
              <a:rPr lang="en-GB" sz="2000" dirty="0"/>
              <a:t>Tuples are immutable sequences of items, while dictionaries are mutable collections of key-value pairs.</a:t>
            </a:r>
          </a:p>
          <a:p>
            <a:pPr lvl="1" algn="just"/>
            <a:endParaRPr lang="en-GB" sz="2000" dirty="0"/>
          </a:p>
          <a:p>
            <a:pPr lvl="1" algn="just"/>
            <a:r>
              <a:rPr lang="en-GB" sz="2000" dirty="0"/>
              <a:t>Tuples are ideal for ordered, fixed data, while dictionaries are used for fast lookups and organizing data by keys.</a:t>
            </a:r>
            <a:endParaRPr lang="en-PK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B410E-8844-B64B-485B-FD344A8E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D84A1-156B-F33F-C9CB-D8F565C17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85CE2-9599-12A6-6F45-57497B5D7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9655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795A-E1C1-DB51-012E-AB28D14F4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610169"/>
            <a:ext cx="10325000" cy="1442463"/>
          </a:xfrm>
        </p:spPr>
        <p:txBody>
          <a:bodyPr/>
          <a:lstStyle/>
          <a:p>
            <a:pPr algn="ctr"/>
            <a:r>
              <a:rPr lang="en-GB" dirty="0"/>
              <a:t>Q&amp;A and Wrap-Up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BDB4-51CA-8000-167C-AB4B025B4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9E5F8-3B65-A6C7-1592-8C68B35F6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E2D8F-C562-C85B-9022-CFA32CBA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91557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E201D56-F041-7D3E-D0F8-75C67954F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2392046"/>
            <a:ext cx="10501177" cy="1401231"/>
          </a:xfrm>
        </p:spPr>
        <p:txBody>
          <a:bodyPr/>
          <a:lstStyle/>
          <a:p>
            <a:pPr algn="ctr"/>
            <a:r>
              <a:rPr lang="en-US" dirty="0"/>
              <a:t>MATCH THE SOLUTION 😒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FD74-8729-D10F-ABD6-59A5A3B75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2A016-971F-17E1-B3A7-185711343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D56A0-33B4-47BA-9466-E1970FD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02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874B3-A191-C131-10E2-4B61DDA8D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🤐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1012A-D6EF-09FA-9773-312CB49A4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FD063-D855-9734-8C67-E36DA6E4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22DEB-03D9-7900-8739-74D14177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322541-E0CC-8689-BFE5-922FA3AB3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98" y="2700236"/>
            <a:ext cx="969780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273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6EF5B-CD90-6D4D-CB9A-CC7B3B9C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😂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5B143-25CE-77D1-CE0C-89DB1A4E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E95FA-11A9-6EF0-7DA8-7DE81EDE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8621F-DFC1-E5C1-6DD8-686A08B6C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51909A-55C6-FD57-FDF7-589653C8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662" y="2168414"/>
            <a:ext cx="5658640" cy="375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094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C515C-5E33-C107-B4B2-93658BD40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-490658" y="3060153"/>
            <a:ext cx="3790953" cy="1442463"/>
          </a:xfrm>
        </p:spPr>
        <p:txBody>
          <a:bodyPr/>
          <a:lstStyle/>
          <a:p>
            <a:pPr algn="ctr"/>
            <a:r>
              <a:rPr lang="en-US" dirty="0"/>
              <a:t>EXERCISE 😊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C2A22-0639-3F0D-29D0-3EE16ED3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05406-30E1-4169-AEFC-9FB385F43253}" type="datetime1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8955B-7E02-10AC-BA48-A9899608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Atta Muhammad Panhyar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D6F6A-1FA9-A7A6-EBA2-CD1F4C64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ACAF4E-C1A1-5C03-E222-C0FB1CD4C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476" y="1346899"/>
            <a:ext cx="9116697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13776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B83B841CBE624CBD6CA6C23B585E86" ma:contentTypeVersion="4" ma:contentTypeDescription="Create a new document." ma:contentTypeScope="" ma:versionID="df8140b7ff1f38641146e502cd7017ce">
  <xsd:schema xmlns:xsd="http://www.w3.org/2001/XMLSchema" xmlns:xs="http://www.w3.org/2001/XMLSchema" xmlns:p="http://schemas.microsoft.com/office/2006/metadata/properties" xmlns:ns3="5e1f2001-7a2a-475f-99ed-f287c302d85e" targetNamespace="http://schemas.microsoft.com/office/2006/metadata/properties" ma:root="true" ma:fieldsID="4ef91abf136de239640819636eae1c09" ns3:_="">
    <xsd:import namespace="5e1f2001-7a2a-475f-99ed-f287c302d8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1f2001-7a2a-475f-99ed-f287c302d8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03B38-2017-46CB-BAFD-34E91D55FE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1f2001-7a2a-475f-99ed-f287c302d8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3882337-F9FF-4386-BC46-5C61B288A5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7028091-2C71-4358-873E-63FAA6926BD7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e1f2001-7a2a-475f-99ed-f287c302d85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2325</TotalTime>
  <Words>501</Words>
  <Application>Microsoft Office PowerPoint</Application>
  <PresentationFormat>Widescreen</PresentationFormat>
  <Paragraphs>122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Arial</vt:lpstr>
      <vt:lpstr>Grandview</vt:lpstr>
      <vt:lpstr>Wingdings</vt:lpstr>
      <vt:lpstr>CosineVTI</vt:lpstr>
      <vt:lpstr>Python Programming Bootcamp - Week 3, Day 3</vt:lpstr>
      <vt:lpstr>Learning Objectives</vt:lpstr>
      <vt:lpstr>Introduction to Tuples</vt:lpstr>
      <vt:lpstr>Accessing Tuple Elements</vt:lpstr>
      <vt:lpstr>Tuple Unpacking</vt:lpstr>
      <vt:lpstr>Tuples are Immutable</vt:lpstr>
      <vt:lpstr>When to Use Tuples</vt:lpstr>
      <vt:lpstr>Hands-On Exercise 1</vt:lpstr>
      <vt:lpstr>Introduction to Dictionaries</vt:lpstr>
      <vt:lpstr>Accessing Dictionary Values</vt:lpstr>
      <vt:lpstr>Modifying a Dictionary</vt:lpstr>
      <vt:lpstr>Removing Items from a Dictionary</vt:lpstr>
      <vt:lpstr>Looping Through a Dictionary</vt:lpstr>
      <vt:lpstr>Hands-On Exercise 2</vt:lpstr>
      <vt:lpstr>Dictionary Methods</vt:lpstr>
      <vt:lpstr>Hands-On Group Activity</vt:lpstr>
      <vt:lpstr>Recap and Key Takeaways</vt:lpstr>
      <vt:lpstr>Q&amp;A and Wrap-Up</vt:lpstr>
      <vt:lpstr>MATCH THE SOLUTION 😒</vt:lpstr>
      <vt:lpstr>EXERCISE 🤐</vt:lpstr>
      <vt:lpstr>EXERCISE 😂</vt:lpstr>
      <vt:lpstr>EXERCISE 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Atta Muhammad</dc:creator>
  <cp:lastModifiedBy>Atta Muhammad</cp:lastModifiedBy>
  <cp:revision>416</cp:revision>
  <dcterms:created xsi:type="dcterms:W3CDTF">2024-09-22T16:39:41Z</dcterms:created>
  <dcterms:modified xsi:type="dcterms:W3CDTF">2024-10-08T10:48:02Z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0x01010045B83B841CBE624CBD6CA6C23B585E86</vt:lpwstr>
  </property>
</Properties>
</file>