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19"/>
  </p:notesMasterIdLst>
  <p:sldIdLst>
    <p:sldId id="276" r:id="rId5"/>
    <p:sldId id="25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28/10/2024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10/28/2024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6, Day 02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Leveraging Python's Ecosystem for Enhanced Functionality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29F8E-42C6-CBB9-5A7E-9F7CF080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11B5C-1199-9C03-F7AA-EBDB6E7A4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Understand the role of external libraries in Python.</a:t>
            </a:r>
          </a:p>
          <a:p>
            <a:pPr>
              <a:lnSpc>
                <a:spcPct val="150000"/>
              </a:lnSpc>
            </a:pPr>
            <a:r>
              <a:rPr lang="it-IT" dirty="0"/>
              <a:t>Explore popular Python packages and libraries.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Learn how to install, import, and use external libraries in projects.</a:t>
            </a:r>
          </a:p>
          <a:p>
            <a:pPr>
              <a:lnSpc>
                <a:spcPct val="150000"/>
              </a:lnSpc>
            </a:pPr>
            <a:r>
              <a:rPr lang="en-GB" dirty="0"/>
              <a:t>Hands-on examples with a few key libraries.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0598-7D95-562A-30F4-B7839899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58A08-8686-0B4A-598B-8A40654EC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D5C6-335C-30E5-D847-C8474124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1166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63B1-C99C-2F28-7CE8-72BDBDEA2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Why Use External Libraries?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8258-94B0-8828-8AF3-855C6FF38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Expands Python’s capabilities </a:t>
            </a:r>
            <a:r>
              <a:rPr lang="it-IT" dirty="0"/>
              <a:t>beyond standard libraries.</a:t>
            </a:r>
          </a:p>
          <a:p>
            <a:r>
              <a:rPr lang="it-IT" b="1" dirty="0"/>
              <a:t>Saves time </a:t>
            </a:r>
            <a:r>
              <a:rPr lang="it-IT" dirty="0"/>
              <a:t>by using pre-built, optimized code for complex functions.</a:t>
            </a:r>
          </a:p>
          <a:p>
            <a:r>
              <a:rPr lang="it-IT" b="1" dirty="0"/>
              <a:t>Supports specific domains</a:t>
            </a:r>
            <a:r>
              <a:rPr lang="it-IT" dirty="0"/>
              <a:t>: data science, web development, machine learning, etc.</a:t>
            </a:r>
          </a:p>
          <a:p>
            <a:r>
              <a:rPr lang="it-IT" dirty="0"/>
              <a:t>Promotes </a:t>
            </a:r>
            <a:r>
              <a:rPr lang="it-IT" b="1" dirty="0"/>
              <a:t>code reusability </a:t>
            </a:r>
            <a:r>
              <a:rPr lang="it-IT" dirty="0"/>
              <a:t>and standardization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01517-9462-BA6D-B77B-CFEF7F1E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8F51D-1BFA-05F5-F743-51B41EF9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4FECD-0B97-9777-0B2B-B6DC60BB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7826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5EC5-CA47-242B-D6A1-849DC310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Packages and Libraries?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8408-AAD7-2C82-E470-674DED2C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Library</a:t>
            </a:r>
            <a:r>
              <a:rPr lang="en-GB" dirty="0"/>
              <a:t>: A collection of functions and methods that allows for performing many actions without writing code from scratch (e.g., math, datetime).</a:t>
            </a:r>
          </a:p>
          <a:p>
            <a:endParaRPr lang="en-GB" dirty="0"/>
          </a:p>
          <a:p>
            <a:r>
              <a:rPr lang="en-GB" dirty="0"/>
              <a:t>Package: A directory containing modules and an __init__.py file to be recognized as a package.</a:t>
            </a:r>
          </a:p>
          <a:p>
            <a:endParaRPr lang="en-GB" dirty="0"/>
          </a:p>
          <a:p>
            <a:r>
              <a:rPr lang="en-GB" b="1" dirty="0"/>
              <a:t>Examples</a:t>
            </a:r>
            <a:r>
              <a:rPr lang="en-GB" dirty="0"/>
              <a:t>: Pandas for data manipulation, Requests for HTTP requests.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17E3D-9FD9-F76E-57EB-37682504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07543-2723-ADAB-05B0-7FA94895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D536A-69EE-832F-0306-62B5FC54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898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5261-2E5A-F82E-DFFB-1972B61A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Popular Python Libraries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CB4E-1175-806D-6F57-67352C9CD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it-IT" b="1" dirty="0"/>
              <a:t>For Data Science</a:t>
            </a:r>
            <a:r>
              <a:rPr lang="it-IT" dirty="0"/>
              <a:t>: Pandas, NumPy, Matplotlib, Seaborn</a:t>
            </a:r>
          </a:p>
          <a:p>
            <a:pPr>
              <a:lnSpc>
                <a:spcPct val="150000"/>
              </a:lnSpc>
            </a:pPr>
            <a:r>
              <a:rPr lang="it-IT" b="1" dirty="0"/>
              <a:t>For Web Development</a:t>
            </a:r>
            <a:r>
              <a:rPr lang="it-IT" dirty="0"/>
              <a:t>: Flask, Django, Requests</a:t>
            </a:r>
          </a:p>
          <a:p>
            <a:pPr>
              <a:lnSpc>
                <a:spcPct val="150000"/>
              </a:lnSpc>
            </a:pPr>
            <a:r>
              <a:rPr lang="it-IT" b="1" dirty="0"/>
              <a:t>For Machine Learning</a:t>
            </a:r>
            <a:r>
              <a:rPr lang="it-IT" dirty="0"/>
              <a:t>: Scikit-learn, TensorFlow, PyTorch</a:t>
            </a:r>
          </a:p>
          <a:p>
            <a:pPr>
              <a:lnSpc>
                <a:spcPct val="150000"/>
              </a:lnSpc>
            </a:pPr>
            <a:r>
              <a:rPr lang="it-IT" b="1" dirty="0"/>
              <a:t>For APIs and Automation</a:t>
            </a:r>
            <a:r>
              <a:rPr lang="it-IT" dirty="0"/>
              <a:t>: Requests, BeautifulSoup, Selenium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8DD6-9AE5-44F5-3D12-719E8FC4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AB537-F96E-203A-5F1B-9D88368A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1AB7E-5BCA-8C9A-9E98-9CBB30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032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6495-331F-8FBB-F578-2802DE53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Installation with </a:t>
            </a:r>
            <a:r>
              <a:rPr lang="it-IT" dirty="0">
                <a:solidFill>
                  <a:srgbClr val="FF0000"/>
                </a:solidFill>
              </a:rPr>
              <a:t>pip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3E77-B93A-9BEA-EC61-5F4D195CD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pip</a:t>
            </a:r>
            <a:r>
              <a:rPr lang="en-GB" dirty="0"/>
              <a:t> is the Python package installer: allows downloading and installing libraries from the Python Package Index (</a:t>
            </a:r>
            <a:r>
              <a:rPr lang="en-GB" dirty="0" err="1"/>
              <a:t>PyPI</a:t>
            </a:r>
            <a:r>
              <a:rPr lang="en-GB" dirty="0"/>
              <a:t>).</a:t>
            </a:r>
          </a:p>
          <a:p>
            <a:endParaRPr lang="en-GB" dirty="0"/>
          </a:p>
          <a:p>
            <a:r>
              <a:rPr lang="en-GB" dirty="0"/>
              <a:t>pip install &lt;</a:t>
            </a:r>
            <a:r>
              <a:rPr lang="en-GB" dirty="0" err="1"/>
              <a:t>package_name</a:t>
            </a:r>
            <a:r>
              <a:rPr lang="en-GB" dirty="0"/>
              <a:t>&gt;</a:t>
            </a:r>
          </a:p>
          <a:p>
            <a:r>
              <a:rPr lang="en-GB" dirty="0"/>
              <a:t>pip uninstall &lt;</a:t>
            </a:r>
            <a:r>
              <a:rPr lang="en-GB" dirty="0" err="1"/>
              <a:t>package_name</a:t>
            </a:r>
            <a:r>
              <a:rPr lang="en-GB" dirty="0"/>
              <a:t>&gt;</a:t>
            </a:r>
          </a:p>
          <a:p>
            <a:r>
              <a:rPr lang="en-GB" dirty="0"/>
              <a:t>pip show &lt;</a:t>
            </a:r>
            <a:r>
              <a:rPr lang="en-GB" dirty="0" err="1"/>
              <a:t>package_name</a:t>
            </a:r>
            <a:r>
              <a:rPr lang="en-GB" dirty="0"/>
              <a:t>&gt;</a:t>
            </a:r>
          </a:p>
          <a:p>
            <a:endParaRPr lang="en-GB" dirty="0"/>
          </a:p>
          <a:p>
            <a:r>
              <a:rPr lang="en-GB" dirty="0"/>
              <a:t>Example: pip install requests installs the </a:t>
            </a:r>
            <a:r>
              <a:rPr lang="en-GB" b="1" dirty="0"/>
              <a:t>requests</a:t>
            </a:r>
            <a:r>
              <a:rPr lang="en-GB" dirty="0"/>
              <a:t> library for making HTTP requests.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84FE-F7BB-C305-812D-3CACE421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19EA1-4479-DA27-E81D-D075504A4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B9214-4A68-9352-87EA-632D58CC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9333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7425-44C2-5C0A-4288-CEAF62CC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Using Installed Libraries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C003-F076-1AC1-E9F1-65274422A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Importing a Library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Use </a:t>
            </a:r>
            <a:r>
              <a:rPr lang="en-GB" b="1" dirty="0">
                <a:solidFill>
                  <a:srgbClr val="FF0000"/>
                </a:solidFill>
              </a:rPr>
              <a:t>import</a:t>
            </a:r>
            <a:r>
              <a:rPr lang="en-GB" dirty="0"/>
              <a:t> keyword to bring in a library.</a:t>
            </a:r>
          </a:p>
          <a:p>
            <a:pPr lvl="1"/>
            <a:endParaRPr lang="en-GB" dirty="0"/>
          </a:p>
          <a:p>
            <a:pPr marL="228600" lvl="1" indent="0">
              <a:buNone/>
            </a:pPr>
            <a:r>
              <a:rPr lang="it-IT" dirty="0"/>
              <a:t>import requests</a:t>
            </a:r>
          </a:p>
          <a:p>
            <a:pPr marL="228600" lvl="1" indent="0">
              <a:buNone/>
            </a:pPr>
            <a:r>
              <a:rPr lang="it-IT" dirty="0"/>
              <a:t>response = requests.get("https://api.github.com")</a:t>
            </a:r>
          </a:p>
          <a:p>
            <a:pPr marL="228600" lvl="1" indent="0">
              <a:buNone/>
            </a:pPr>
            <a:r>
              <a:rPr lang="it-IT" dirty="0"/>
              <a:t>print(response.status_code)</a:t>
            </a:r>
          </a:p>
          <a:p>
            <a:pPr lvl="1"/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E9125-DB27-A152-DCC1-03097E11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5AA5-B63A-2AB2-22DA-8AF4A256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A14AC-2D71-24AA-5AFA-DA0D9F09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427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7A55C-591F-D617-FBB2-41101C58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/>
              <a:t>Using NumPy for Array Operations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1D8B0B-8545-0BF0-DC1D-0630735F0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524" y="2884564"/>
            <a:ext cx="8914688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FBC3B-59E7-D0D6-0809-B5667189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F088A-5220-D39B-31A1-0A3546FF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58423-7BAE-D112-95C3-06797E8F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798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D678F-0C0D-A5E7-857A-76FA94BE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Data Manipulation with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9EC7-B1A6-ACD2-5B41-6BAFC8C6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/>
              <a:t>Pandas</a:t>
            </a:r>
            <a:r>
              <a:rPr lang="en-US" sz="1700"/>
              <a:t>: Essential for data manipulation and analysis, especially with dataframes.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A2B358-CB46-E565-CAED-B92B8C6C7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543466"/>
            <a:ext cx="9820189" cy="19394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D8655-92CE-0DBC-43FA-103C9AA4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CF9F9-137B-A8E0-927B-E0E0727C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06731-332E-ACA0-B21B-F00C6BB0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7117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A855-F79B-12CC-25CD-8EB62DD7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Visualization with Matplotlib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CB85-6822-9944-8325-D84827B4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Matplotlib</a:t>
            </a:r>
            <a:r>
              <a:rPr lang="en-GB" dirty="0"/>
              <a:t>: Used for creating static, interactive, and animated visualizations in Python.</a:t>
            </a:r>
          </a:p>
          <a:p>
            <a:endParaRPr lang="en-GB" dirty="0"/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B03A-9F0D-24DB-F37E-E10510CD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5D267-DE9C-58EA-351B-422275F5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2217-BE2E-FE2F-0D7A-039090F1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AFE754-6ADE-7C81-341D-FD29F258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07" y="3463636"/>
            <a:ext cx="4010585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9419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AAA6-01D7-683D-0ECD-5EABD931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JSON Data Using Requests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BF0C-CE1E-9F48-6BF1-F42E0D215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Requests: Allows easy access to REST APIs, often returning JSON.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53DF-DD59-AE21-65BD-816B6046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F7F6-1D83-BA49-B150-62826F05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ED3F-F1A4-8907-DFE9-BAEC0CE7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D0DE86-3153-33EA-BCAB-C6B95255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70" y="3477491"/>
            <a:ext cx="6744641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441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D2F6-8D5C-053A-9A30-AD690040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Practices When Using External Libraries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88E01-BA32-70D3-33A4-4663C19B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Check documentation and compatibility.</a:t>
            </a:r>
          </a:p>
          <a:p>
            <a:pPr>
              <a:lnSpc>
                <a:spcPct val="150000"/>
              </a:lnSpc>
            </a:pPr>
            <a:r>
              <a:rPr lang="en-GB" dirty="0"/>
              <a:t>Use virtual environments to manage dependencies.</a:t>
            </a:r>
          </a:p>
          <a:p>
            <a:pPr>
              <a:lnSpc>
                <a:spcPct val="150000"/>
              </a:lnSpc>
            </a:pPr>
            <a:r>
              <a:rPr lang="en-GB" dirty="0"/>
              <a:t>Test and lock library versions for consistent functionality.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A183-017F-38BC-54D4-E47DF1D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BF70E-392F-0280-DCDF-5D61F85B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72B6-4681-05F9-9CA3-1D9C6D7B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1504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360E-EB88-0331-632A-E8DBEF90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with Requests and JSON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2B82C-F23E-0655-50EC-2FEF31E84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Install requests library.</a:t>
            </a:r>
          </a:p>
          <a:p>
            <a:r>
              <a:rPr lang="en-GB" dirty="0"/>
              <a:t>Use </a:t>
            </a:r>
            <a:r>
              <a:rPr lang="en-GB" dirty="0" err="1"/>
              <a:t>requests.get</a:t>
            </a:r>
            <a:r>
              <a:rPr lang="en-GB" dirty="0"/>
              <a:t> to fetch JSON data from an API.</a:t>
            </a:r>
          </a:p>
          <a:p>
            <a:r>
              <a:rPr lang="en-GB" dirty="0"/>
              <a:t>Parse and display specific fields in the JSON data.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BDF7A-B02B-FF1E-187C-775B107EF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1DC7-1DAA-2E6F-C35A-46982007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BD268-D82E-9581-6DF0-323C753BD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3836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028091-2C71-4358-873E-63FAA6926BD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5e1f2001-7a2a-475f-99ed-f287c302d85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2963</TotalTime>
  <Words>506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Grandview</vt:lpstr>
      <vt:lpstr>Wingdings</vt:lpstr>
      <vt:lpstr>CosineVTI</vt:lpstr>
      <vt:lpstr>PowerPoint Presentation</vt:lpstr>
      <vt:lpstr>Python Programming Bootcamp - Week 6, Day 02</vt:lpstr>
      <vt:lpstr>Objectives </vt:lpstr>
      <vt:lpstr>Why Use External Libraries?</vt:lpstr>
      <vt:lpstr>What Are Packages and Libraries?</vt:lpstr>
      <vt:lpstr>Popular Python Libraries</vt:lpstr>
      <vt:lpstr>Installation with pip</vt:lpstr>
      <vt:lpstr>Using Installed Libraries</vt:lpstr>
      <vt:lpstr>Using NumPy for Array Operations</vt:lpstr>
      <vt:lpstr>Data Manipulation with Pandas</vt:lpstr>
      <vt:lpstr>Data Visualization with Matplotlib</vt:lpstr>
      <vt:lpstr>Working with JSON Data Using Requests</vt:lpstr>
      <vt:lpstr>Good Practices When Using External Libraries</vt:lpstr>
      <vt:lpstr>Hands-On with Requests and JSON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608</cp:revision>
  <dcterms:created xsi:type="dcterms:W3CDTF">2024-09-22T16:39:41Z</dcterms:created>
  <dcterms:modified xsi:type="dcterms:W3CDTF">2024-10-28T08:10:16Z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