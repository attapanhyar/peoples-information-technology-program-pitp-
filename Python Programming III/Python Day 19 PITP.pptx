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83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8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2281" y="841664"/>
            <a:ext cx="3655995" cy="5156800"/>
          </a:xfrm>
        </p:spPr>
        <p:txBody>
          <a:bodyPr anchor="ctr">
            <a:normAutofit/>
          </a:bodyPr>
          <a:lstStyle/>
          <a:p>
            <a:pPr algn="l"/>
            <a:r>
              <a:rPr lang="en-GB" sz="4200">
                <a:solidFill>
                  <a:schemeClr val="bg1"/>
                </a:solidFill>
              </a:rPr>
              <a:t>Week 7, Day 2: Introduction to Data Visualization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1015" y="841664"/>
            <a:ext cx="3650704" cy="5156800"/>
          </a:xfrm>
        </p:spPr>
        <p:txBody>
          <a:bodyPr anchor="ctr">
            <a:normAutofit/>
          </a:bodyPr>
          <a:lstStyle/>
          <a:p>
            <a:pPr algn="l"/>
            <a:r>
              <a:rPr lang="en-GB">
                <a:solidFill>
                  <a:schemeClr val="tx2"/>
                </a:solidFill>
              </a:rPr>
              <a:t>Python Programming Bootcamp - 3-Hour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it-IT" sz="3850"/>
              <a:t>Learning Objectives</a:t>
            </a:r>
          </a:p>
        </p:txBody>
      </p:sp>
      <p:sp>
        <p:nvSpPr>
          <p:cNvPr id="40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sz="2100"/>
              <a:t>• Understand the importance of data visualization</a:t>
            </a:r>
          </a:p>
          <a:p>
            <a:pPr marL="0" indent="0">
              <a:buNone/>
            </a:pPr>
            <a:r>
              <a:rPr sz="2100"/>
              <a:t>• Learn to use popular libraries like Matplotlib and Seaborn</a:t>
            </a:r>
          </a:p>
          <a:p>
            <a:pPr marL="0" indent="0">
              <a:buNone/>
            </a:pPr>
            <a:r>
              <a:rPr sz="2100"/>
              <a:t>• Create basic visualizations: bar plots, line charts, histograms, etc.</a:t>
            </a:r>
          </a:p>
          <a:p>
            <a:pPr marL="0" indent="0">
              <a:buNone/>
            </a:pPr>
            <a:r>
              <a:rPr sz="2100"/>
              <a:t>• Customize visualizations for readability and aesthetics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Bar chart">
            <a:extLst>
              <a:ext uri="{FF2B5EF4-FFF2-40B4-BE49-F238E27FC236}">
                <a16:creationId xmlns:a16="http://schemas.microsoft.com/office/drawing/2014/main" id="{606702A9-72EC-E651-29FD-6C81643578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Data Visualization?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 Visualization is the representation of data through visual elements like charts, graphs, and maps.</a:t>
            </a:r>
          </a:p>
          <a:p>
            <a:endParaRPr dirty="0"/>
          </a:p>
          <a:p>
            <a:r>
              <a:rPr dirty="0"/>
              <a:t>Enhances understanding of data</a:t>
            </a:r>
            <a:endParaRPr lang="en-US" dirty="0"/>
          </a:p>
          <a:p>
            <a:r>
              <a:rPr dirty="0"/>
              <a:t>Reveals trends, patterns, and insights</a:t>
            </a:r>
          </a:p>
          <a:p>
            <a:r>
              <a:t>Helps </a:t>
            </a:r>
            <a:r>
              <a:rPr dirty="0"/>
              <a:t>in data-driven decision 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visualize data?</a:t>
            </a:r>
          </a:p>
          <a:p>
            <a:endParaRPr/>
          </a:p>
          <a:p>
            <a:r>
              <a:t>• Simplifies complex data</a:t>
            </a:r>
          </a:p>
          <a:p>
            <a:r>
              <a:t>• Improves comprehension</a:t>
            </a:r>
          </a:p>
          <a:p>
            <a:r>
              <a:t>• Identifies trends and outliers</a:t>
            </a:r>
          </a:p>
          <a:p>
            <a:r>
              <a:t>• Enables effective communication of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Popular Python Libraries for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Matplotlib: Basic plotting library in Python</a:t>
            </a:r>
          </a:p>
          <a:p>
            <a:r>
              <a:t>• Seaborn: Built on Matplotlib, provides statistical visualizations</a:t>
            </a:r>
          </a:p>
          <a:p>
            <a:r>
              <a:t>• Plotly: Interactive, web-based visualizations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Ideal for comparing categories. Examples: Sales by region, Exam scores per subject.</a:t>
            </a:r>
          </a:p>
          <a:p>
            <a:endParaRPr/>
          </a:p>
          <a:p>
            <a:r>
              <a:t>Task: Use Matplotlib to create a bar plots using provided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show trends over time. Examples: Monthly revenue, Daily temperatures.</a:t>
            </a:r>
          </a:p>
          <a:p>
            <a:endParaRPr/>
          </a:p>
          <a:p>
            <a:r>
              <a:t>Task: Use Matplotlib to create a line charts using provided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Displays data distribution. Useful for: Age distribution, Income levels.</a:t>
            </a:r>
          </a:p>
          <a:p>
            <a:endParaRPr/>
          </a:p>
          <a:p>
            <a:r>
              <a:t>Task: Use Matplotlib to create a histograms using provided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Scatter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Shows relationships between two variables. Examples: Weight vs. Height, Marketing spend vs. Sales.</a:t>
            </a:r>
          </a:p>
          <a:p>
            <a:endParaRPr/>
          </a:p>
          <a:p>
            <a:r>
              <a:t>Task: Use Matplotlib to create a scatter plots using provided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Pie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Represents parts of a whole. Examples: Market share, Budget allocation.</a:t>
            </a:r>
          </a:p>
          <a:p>
            <a:endParaRPr/>
          </a:p>
          <a:p>
            <a:r>
              <a:t>Task: Use Matplotlib to create a pie charts using provided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Customizing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Enhance readability by customizing:</a:t>
            </a:r>
          </a:p>
          <a:p>
            <a:endParaRPr/>
          </a:p>
          <a:p>
            <a:r>
              <a:t>• Titles and labels</a:t>
            </a:r>
          </a:p>
          <a:p>
            <a:r>
              <a:t>• Color schemes</a:t>
            </a:r>
          </a:p>
          <a:p>
            <a:r>
              <a:t>• Legends</a:t>
            </a:r>
          </a:p>
          <a:p>
            <a:r>
              <a:t>• Annotations</a:t>
            </a:r>
          </a:p>
          <a:p>
            <a:endParaRPr/>
          </a:p>
          <a:p>
            <a:r>
              <a:t>Task: Customize a bar plot with title, axis labels, and different colors.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Create a dashboard visualizing sales, expenses, and profit trends.</a:t>
            </a:r>
          </a:p>
          <a:p>
            <a:r>
              <a:t>2. Use at least three types of visualizations.</a:t>
            </a:r>
          </a:p>
          <a:p>
            <a:r>
              <a:t>3. Integrate visualizations into a single dashboard layout.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371</Words>
  <Application>Microsoft Office PowerPoint</Application>
  <PresentationFormat>On-screen Show (4:3)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Week 7, Day 2: Introduction to Data Visualization</vt:lpstr>
      <vt:lpstr>Learning Objectives</vt:lpstr>
      <vt:lpstr>What is Data Visualization?</vt:lpstr>
      <vt:lpstr>Importance of Data Visualization</vt:lpstr>
      <vt:lpstr>Popular Python Libraries for Visualization</vt:lpstr>
      <vt:lpstr>Bar Plots</vt:lpstr>
      <vt:lpstr>Line Charts</vt:lpstr>
      <vt:lpstr>Histograms</vt:lpstr>
      <vt:lpstr>Scatter Plots</vt:lpstr>
      <vt:lpstr>Pie Charts</vt:lpstr>
      <vt:lpstr>Customizing Visualizations</vt:lpstr>
      <vt:lpstr>Assignment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Atta Muhammad</cp:lastModifiedBy>
  <cp:revision>4</cp:revision>
  <dcterms:created xsi:type="dcterms:W3CDTF">2013-01-27T09:14:16Z</dcterms:created>
  <dcterms:modified xsi:type="dcterms:W3CDTF">2024-10-30T06:35:50Z</dcterms:modified>
  <cp:category/>
</cp:coreProperties>
</file>