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37" r:id="rId4"/>
  </p:sldMasterIdLst>
  <p:notesMasterIdLst>
    <p:notesMasterId r:id="rId31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80" r:id="rId27"/>
    <p:sldId id="279" r:id="rId28"/>
    <p:sldId id="281" r:id="rId29"/>
    <p:sldId id="278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0B9B8A-C9F4-45A9-946A-0C2A265149BA}" type="datetimeFigureOut">
              <a:rPr lang="en-PK" smtClean="0"/>
              <a:t>02/10/2024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49182C-4EB3-44EA-9D91-AE666E2C70B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1471733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43A7CD3-94E1-42A9-BAB7-2AFCD9FCBD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1078" y="722903"/>
            <a:ext cx="10495904" cy="2460770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67609B-8FD3-4FF7-8EBC-6619CA868B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1078" y="3428997"/>
            <a:ext cx="10495904" cy="2306639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C7A76F-3401-4F50-AE85-8F2AA247B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AFFC5-F979-4BDB-AB3F-09CD0BB94893}" type="datetime1">
              <a:rPr lang="en-US" smtClean="0"/>
              <a:t>10/2/2024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F02E50-D34E-4DD4-8B3B-55D08F25F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r>
              <a:rPr lang="en-GB" dirty="0"/>
              <a:t>Atta Muhammad </a:t>
            </a:r>
            <a:r>
              <a:rPr lang="en-GB" dirty="0" err="1"/>
              <a:t>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B53B71-D2FA-4DDC-9C9C-E26F7B591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112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D8D6B-70A2-430A-9F5D-DA093D8C1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4A2845-6CA6-4745-A951-25B8D5319D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049424-7A20-4BA1-9F60-671A5DBB3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10/2/2024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1BD2B2-E17F-402E-8EA3-5C7C1118A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Atta Muhammad </a:t>
            </a:r>
            <a:r>
              <a:rPr lang="en-GB" dirty="0" err="1"/>
              <a:t>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D23070-8658-4AC0-B2A3-4BE605A84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7C4E612-C65F-E86B-C033-C74E10C5F0D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1467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A69DB7AC-F7D7-430A-A2A7-CD3EBBF1D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66AAF10E-F092-4160-BF4A-FF568555B790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6341C04-9B94-4385-A661-7B8C1700049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4C1D709-6A0F-409C-B2D0-C248E562265E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999BE53-BA11-4B67-BFBB-6281DB50C75D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B662D93-31C1-4DFB-A938-E631F89AA9F0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7ECC8DA-0BEC-4508-89D4-12FA35B481F5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67DC8E6C-1B78-4B89-82DD-BBA778CD1482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8E5F54A-0315-4B15-B865-1F0460526260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DD7F352-DE39-4835-8D3F-69CDEC490F1E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9D6F20A-F777-4F41-B23B-735A64FA5DA3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1BBADBA-0F74-418B-BC50-AD44596C3EF8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918BE26-88E5-457C-8095-745F34D1536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FB269E0-E058-4340-B93D-7D40FFF521F3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DDD9AEE-5501-4385-B339-4616F567B53D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4D29C61-8926-4C98-882B-AB90108C8386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AC585F9-B633-4F7E-AADE-75079DC17158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5DC6366-5525-4FBC-9886-D4409F6B299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CC03CF9-098C-4140-806A-023D3DC3F2E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9C41BC4-89DF-4EC4-A141-9EF16D8EEB5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32AD067-E64C-499E-9C0A-A725258744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653DD54-FA2B-4B91-A94E-3C46AE21B38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86AC204-156B-442E-B028-01036BD1F26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303512DE-F013-431A-9F6E-ADDA88FB2DD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E95FEE1-61A9-4065-B9F8-5589180AC62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028AA59-C1FA-46C0-BFDD-1C1D3404C81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0A5C99EE-B791-470A-8639-0357A751EB4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54F4204-F48B-4AF5-B11E-0CE7D972AC3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76643FE-3966-4B82-9623-C61A56EDD20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2DD769C5-B1B1-45BD-A40A-67E6568C8434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2A511707-50C7-48B2-81F7-5C82BF57795C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38D44F3-CCFE-48A0-8414-FFF5E43D9184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D126FE0-8204-40BB-AD46-4A0C7A475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18115"/>
            <a:ext cx="10312571" cy="278150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25E350-4200-419C-A167-527DD6B777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8" y="3753350"/>
            <a:ext cx="10312571" cy="1991572"/>
          </a:xfrm>
        </p:spPr>
        <p:txBody>
          <a:bodyPr/>
          <a:lstStyle>
            <a:lvl1pPr marL="0" indent="0">
              <a:buNone/>
              <a:defRPr lang="en-US" sz="24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6741F519-22CF-4C01-B140-5480DBAB30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5D1550-9064-4767-B70A-3501AF956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5EDE2-8534-48BF-9CA6-D54B64FC3663}" type="datetime1">
              <a:rPr lang="en-US" smtClean="0"/>
              <a:t>10/2/2024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1E1C33-2E8E-4041-9683-12048CB8A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Atta Muhammad </a:t>
            </a:r>
            <a:r>
              <a:rPr lang="en-GB" dirty="0" err="1"/>
              <a:t>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D36992-B921-4F3F-9C4A-0D67E618D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73816A04-1E1A-A37B-B73F-D583815227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5525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CFDF5-4B31-4F1B-83BA-82A951037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3"/>
            <a:ext cx="10312571" cy="135484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EC9A6-F718-4497-8A75-637EE17458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1078" y="2345843"/>
            <a:ext cx="5009584" cy="327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503E57-9695-4508-9778-B3DB1FB5FA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35075" y="2345843"/>
            <a:ext cx="5068574" cy="327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74CEE6-B9DC-4CCC-8F4C-0B4DADFB0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71838-1DAD-4964-A8D2-EDEBDDADA2BA}" type="datetime1">
              <a:rPr lang="en-US" smtClean="0"/>
              <a:t>10/2/2024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C85191-5804-47C9-95EB-D49D71573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Atta Muhammad </a:t>
            </a:r>
            <a:r>
              <a:rPr lang="en-GB" dirty="0" err="1"/>
              <a:t>Panhyar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6B0A03-44F6-4299-B45D-E07A02390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373B481-ACD9-3F79-2DD1-4E69317CA3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4342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920E6-CC97-4BD8-92FE-8F36024D0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0"/>
            <a:ext cx="10320062" cy="14075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3872FB-EDD5-42FB-8A9A-279EAD4FB0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8" y="2331481"/>
            <a:ext cx="4963444" cy="54007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5F28C1-95C8-476A-8D93-D580DD39D8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1078" y="2954564"/>
            <a:ext cx="4963444" cy="2790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315485-EE1A-41B0-873A-BA9D06E88B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03351" y="2331481"/>
            <a:ext cx="4900298" cy="54007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81A6FB-1583-4A1B-A4A7-C65062C57B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03351" y="2954564"/>
            <a:ext cx="4900298" cy="2790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A29EA7-E61E-4617-9DA9-40B9299B32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587" y="6215870"/>
            <a:ext cx="3843779" cy="417126"/>
          </a:xfrm>
        </p:spPr>
        <p:txBody>
          <a:bodyPr/>
          <a:lstStyle/>
          <a:p>
            <a:fld id="{5A583B43-2D19-41E3-ADB6-6E49D8A9C652}" type="datetime1">
              <a:rPr lang="en-US" smtClean="0"/>
              <a:t>10/2/2024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6249CC-EB72-46A6-87D9-5FBDA8E45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r>
              <a:rPr lang="en-GB" dirty="0"/>
              <a:t>Atta Muhammad </a:t>
            </a:r>
            <a:r>
              <a:rPr lang="en-GB" dirty="0" err="1"/>
              <a:t>Panhyar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A04EE7-47BE-4ECE-A170-793C4E569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ED762F6-9A6B-F123-7BA4-D26132F134F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377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E4946-24AD-40DD-95A7-49BA49C22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3"/>
            <a:ext cx="10501177" cy="140123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8CF342-49F6-482D-943E-7E50B1694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CC5B1-62D5-4835-9D64-34BCFE87B16E}" type="datetime1">
              <a:rPr lang="en-US" smtClean="0"/>
              <a:t>10/2/2024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4033E5-3797-4FF8-866F-9FD9325A9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r>
              <a:rPr lang="en-GB" dirty="0"/>
              <a:t>Atta Muhammad </a:t>
            </a:r>
            <a:r>
              <a:rPr lang="en-GB" dirty="0" err="1"/>
              <a:t>Panhyar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DC1E67-424D-4638-98F8-38E71A410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5C769D5-36F8-AEAA-973C-3B0AA9495C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7459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45BED274-5EB4-4EF4-B353-E55BD5026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0418BE5-560E-4E49-B12D-B555511FED72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49D1162-73B9-420F-BCBE-95039D00CD2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2BA76FE-316A-48E2-A03B-4E05691C4348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E678FBC-A6AD-4422-BA24-A4172F8862CA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D3C5C3E-2D08-43F0-AFAC-E15360CA7D34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BEAC62-AF92-4A65-9790-6F6E0C6C5A1F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C77D7C5-E76E-4E82-BFC4-9A75D2C8089D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66E0152-96B9-4067-80D3-D9BDE6D7EC95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918AFCC-B9DA-4092-8FBA-2CFEDB0388E3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1EC7D33-C87E-4812-A722-53C5D99272B5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5F239E3-501A-4C3C-9BE4-6BFA0D3126B7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B62BF3B-95BB-4188-AAE5-015A0EF3D18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14E5F0F-0124-40D0-A0BF-AE307A0E15F4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BADC3B1-26C7-4CF1-B29D-4D0DEA3E2633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0A7DF6E-1132-4A80-9B18-593B1ACD7784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EF19589-10D8-4A8F-A0B1-F7CE380E3001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8E6BB32-C4F8-4914-88D3-7DC5E79D023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A8F046EE-9DBA-4924-A19C-ED8741F5F81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AABBC44-ABA8-4913-824E-64D34472464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54272B22-1C39-47A0-8551-73666AFBEE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08CDFF66-464C-4ABF-BB01-00500A3B75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079FC88-BD3B-4C04-9B90-0FC93C1792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1FCAED8-8687-4141-A7C3-0D88ACEDFEC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65038E6-7B32-460F-B804-D6C105FF44C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EC5DAE85-AD17-454B-AB64-CEFF52FDAB9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C603643-2066-4967-AE4B-9DA143843B2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37E9533-9B07-43E3-B939-7BADC01FEE8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EDCCAAEE-AB2E-4534-893A-3DB109499FB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8BD39A2-970F-4714-AAA6-67EE99A0EAA9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CF4A1387-348B-4E46-9B65-FDF76ED0EF20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F5DAF27-A54D-442A-93E4-BA7F04EAE379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EA265F-80A1-448D-A6EB-CE8D6F6EC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DB6ED-9004-4A71-8778-868A297C4223}" type="datetime1">
              <a:rPr lang="en-US" smtClean="0"/>
              <a:t>10/2/2024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15D00D-89E6-4E7A-9A4D-A8CCEB3BE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Atta Muhammad </a:t>
            </a:r>
            <a:r>
              <a:rPr lang="en-GB" dirty="0" err="1"/>
              <a:t>Panhyar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2B5AEA-8C38-4776-878C-AB01474D9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30303414-A318-B16A-813B-5FE0C2A9B10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191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ight Triangle 39">
            <a:extLst>
              <a:ext uri="{FF2B5EF4-FFF2-40B4-BE49-F238E27FC236}">
                <a16:creationId xmlns:a16="http://schemas.microsoft.com/office/drawing/2014/main" id="{C4853C57-22BC-4465-8B37-DC06FE5A0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2" y="314485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67C0A6-48E9-4845-9EBF-EF2A3DFD2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87" y="713677"/>
            <a:ext cx="4499914" cy="2996581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8B542-2084-485C-ABFC-94340B4C7E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8672" y="708102"/>
            <a:ext cx="5656716" cy="543064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47791F-9546-470D-A174-D75285263C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587" y="3976544"/>
            <a:ext cx="4499914" cy="2162201"/>
          </a:xfrm>
        </p:spPr>
        <p:txBody>
          <a:bodyPr>
            <a:normAutofit/>
          </a:bodyPr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None/>
            </a:pPr>
            <a:r>
              <a:rPr lang="en-US"/>
              <a:t>Click to edit Master text styles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550D594-9D00-4E12-9A7B-8B78EC199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5DEA230-2680-47DD-BD49-FDBF4C1105A5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0BA61D-887F-46F1-B20D-EA4C38D467C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350DFBA-D16D-4AE0-8339-58C4089B94AD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F4AAAA5-CEFC-4C25-91D3-5AE49F720DA5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4D142AD-3FA3-43E4-8A61-61CF1E415684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C3755A3-93F4-4EC4-9635-7E89E4AF1D3F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E0BFB588-0AB8-4BD8-9272-1CA867726018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45A6DF3-CF29-4480-A235-EAE88D65A63C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D6FF036-365A-4C15-8E15-0D5BBEBCEA58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A85E76FF-4E86-4E42-B67E-B11AAE8D3076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1A64CEE-7CED-4EB2-A414-6F2D91E824F9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012C571B-47A6-49EB-A29F-678368BAED9F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3160B109-845C-4119-BB66-9887B3859A7D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68B7447-FF64-42D9-B3C6-2BDC6F547EDE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4FFF9B71-8653-450D-AFBE-2140D586FB50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F0B9E5A-C1DA-445C-A911-721DF98DDCDD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5C9A3DC-A478-4469-9359-34A435689F3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7DE3299-EED7-4771-A270-F6B02941AD6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B434422A-5B59-41DC-8E2A-1A8244580E3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A176117-0990-434B-A9D9-B4B9043C544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A7D6425E-C84A-462F-98F8-D0AB4FC3AF8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AF13AB68-7321-4AC2-AC60-0F417877D07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E275CCE-D06F-49D0-8A47-372C5040330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9D4B374E-EEBC-4A9C-B3B4-B269EC71985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D80A7E6-BBEF-4EF1-B14A-29F26BFCF8E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D7BC013-9B50-459D-8B8D-F756514A478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48964C0-675D-4807-B795-4B695A8F842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96911512-51A8-4CE7-A043-425C809EB5F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3C15D1E-0EDF-4AD7-90C7-3D8D64E645DB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8265A2D-2A6A-4301-B59F-8BAD98D9A57B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4A4907F-2D1D-49D1-882D-119AA5E1183B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6A2284-37AB-43F5-98B8-8AB49DBFA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E5DEB-5D91-49B1-B35D-D9EF8CFD3798}" type="datetime1">
              <a:rPr lang="en-US" smtClean="0"/>
              <a:t>10/2/2024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D8ABAA-E2F7-4C89-99ED-2C340220D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Atta Muhammad </a:t>
            </a:r>
            <a:r>
              <a:rPr lang="en-GB" dirty="0" err="1"/>
              <a:t>Panhyar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52EF12-B2CD-4F3C-9F19-A86915405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1257B711-A0E5-3E59-6F6F-EC8B7DFCAA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2752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DDA6865-0A03-48FA-AD6E-D5BF8FDE9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2277E8EB-0DA2-40E4-AD12-1CCD0D262D0B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5BFE9F8-907A-4FFC-9FDE-2B51D238C40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BDDC323-8732-4007-BB81-1BE917E3B2FF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908FC40-8403-438D-95CA-E4EDC66192A9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411D218-3FEA-4455-9809-91F029FB55AE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541390F-BE50-4E4E-9DA2-B5F23F1A93D8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EB3F094-97B5-48E1-A4DE-8BEED2550283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D4DBB43-CB34-4881-9445-A7FE131D5327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B71F972-027A-47F0-996C-84BFE4574050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C41353D-93C8-43F8-BBDE-7AB6B29EC38C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CF07B24-CBD8-4F09-81EB-504285F8E115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27873BB-1D79-4055-801C-BDA0F9A1513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8008D42B-2F35-497E-A26D-9AF008619D43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7F57499-C4D9-4B7D-BADA-38462AA3164E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271F2B9-1FFA-4350-9370-B098459A2324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8FBAFFC-DC8F-4BB4-B405-E4AAA269AED4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94FCE64-D7A5-411A-8795-932DD39F952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E0B4ECFC-FD43-44CF-B7FA-2A8C5651400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9DFBC12-1E1D-44DE-9966-BAB05B24663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9BEF096-361C-478B-81EB-37584119BFE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FC81993-CE86-4910-B9CE-B69375BDCEE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475613D7-9FB0-4D33-8784-EC059DE019C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D520AFD9-E849-4F42-99B2-928E6098C29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A200B0B-91CD-4D66-ADFC-9585D283103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B5DB0C45-30CE-4C85-95C6-FFF4977C646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BDC31604-5F93-436D-A9D2-A48846D4E0D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1FF1B965-7DE1-4AE3-B28B-DB6847BC52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FD9FB65-4392-4D6A-8ACC-8151F682BFE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B40380C-3493-4AFE-BF13-AE68A8D244B4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3CB21DF1-4859-4991-9C10-F8FA68F41013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354AD212-17DC-4506-AAA0-34A46A0B11C3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5B556E7-762B-4E18-A961-A4F7A9ECF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87" y="713677"/>
            <a:ext cx="4434823" cy="3020519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7118AF-C54D-406D-AABE-AED6576D12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698672" y="713677"/>
            <a:ext cx="5304977" cy="543064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Right Triangle 39">
            <a:extLst>
              <a:ext uri="{FF2B5EF4-FFF2-40B4-BE49-F238E27FC236}">
                <a16:creationId xmlns:a16="http://schemas.microsoft.com/office/drawing/2014/main" id="{205CDEB9-8DED-4711-8140-4C943FC2CD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314330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E13C3F-6360-4760-9477-C3831A6E26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587" y="3970330"/>
            <a:ext cx="4434823" cy="2173992"/>
          </a:xfrm>
        </p:spPr>
        <p:txBody>
          <a:bodyPr/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192D3B-60EE-4FC5-9ED7-444530084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A3221-1A1D-4D6B-BF82-669EAF0E1547}" type="datetime1">
              <a:rPr lang="en-US" smtClean="0"/>
              <a:t>10/2/2024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CF831E-9B19-4936-8BC9-F62A9B118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Atta Muhammad </a:t>
            </a:r>
            <a:r>
              <a:rPr lang="en-GB" dirty="0" err="1"/>
              <a:t>Panhyar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71E1D1-F7A2-40D0-91DA-07468A965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0E6E5774-C41A-3566-565A-6CC03B74460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387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BD70F-ACE4-4595-845E-2296BDF83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978CD9-E0B5-4B48-8366-91E6D22C9F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FAF4B4-44D3-4E29-B235-A1B868207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39002-3737-4861-8D92-764E24EAAD04}" type="datetime1">
              <a:rPr lang="en-US" smtClean="0"/>
              <a:t>10/2/2024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7BA37-9639-480E-84AB-EA277225C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Atta Muhammad </a:t>
            </a:r>
            <a:r>
              <a:rPr lang="en-GB" dirty="0" err="1"/>
              <a:t>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FC658-154E-48DE-AD31-813E5170C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86BE428-415A-1F91-83CF-9AB56205C45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1445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65405209-5179-4359-91ED-1B1A46619A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E32344F-3BE0-4CE8-B1BD-9ABD425E1C0D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99DE306-F4FB-4730-A066-ADF38D73956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CCB32885-303F-477F-A081-27425944F230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60C0C0B-4CD0-467D-A382-2B2415102C48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788DF0F-327F-43A5-AB71-3D32053D83CA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98A0902-2662-4911-A532-AA6310861479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ABDA4F7-23F4-46D1-8B7E-A21DD84083E1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7FC9FC2-8808-438E-8FFB-5FE416BFB5C8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04694E5-71F9-4210-9BE8-FC12CC177BD3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B37E805-A7E5-4906-B0C5-1373F3DA9628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A4CD964-FBD6-41AB-8A02-9509A2BAC11F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9CD7FF8-E827-4E0A-BCE2-CCB34EDAC0FC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5C4AD6BB-F1EE-4FB8-96E8-6890447800EC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E935057-E0A3-4DAE-B9C8-6E818D7A7205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308DDF69-1C14-453C-BC3A-37D3FE69DFC7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6C26D82-15BA-4B2E-A42D-2ECA8012D307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7F73B67-E5E9-4000-91DA-034B2127EFD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AFAC1B5-F0DD-4FC0-B4C9-77CB29DF442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9ACB3DB-54B2-4CEE-A791-C6FC6C758DA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8324004-1030-47D9-B817-425FF6ECCE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AA001C4-81AB-4FA6-ADAA-C8618056353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8D1DAD34-7844-4F16-9874-F51F2A23B9E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77DCBC6D-1BDA-4CB1-A3EC-59F240C8FA1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E5B3C1A0-58E7-47E4-831B-CF3EE21D1E9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08A09FAA-E123-4FE4-B67A-9EBDE1A3130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5317B7C6-C816-4A58-B184-135E4FD19F5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4D22ABB-4CE8-47DC-80BF-39B3E4CF704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3A17DE37-A292-4031-AF42-CDB00A13EE7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73EF673-CB75-435F-9BF3-7594EC3ADF8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35F4581-15F6-47EE-87D0-1132A093DBA5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565CF984-F5BD-45C4-9A12-B02DB4F044E1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ACE66A86-8455-497B-9CA4-F460A19E5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8900000">
            <a:off x="7770390" y="-287370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68C62B-71EF-4824-9EE8-6CAE179842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707774" y="715616"/>
            <a:ext cx="3295876" cy="502659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43E4C8-4AA9-49D7-BF71-1AB5F2CFE1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3588" y="715616"/>
            <a:ext cx="6770448" cy="502659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898B3-014E-440B-BA4E-106339212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16911-A92B-4B7F-93FD-47BD9A1E4D48}" type="datetime1">
              <a:rPr lang="en-US" smtClean="0"/>
              <a:t>10/2/2024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C22643-CE63-4C3E-B437-5A1A5EF91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Atta Muhammad </a:t>
            </a:r>
            <a:r>
              <a:rPr lang="en-GB" dirty="0" err="1"/>
              <a:t>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D1CE5E-160A-4B37-94E2-3D9DC75BF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2B53FAEC-333B-D11A-6998-5FB685BFB3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816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BDF0D99C-5D42-41C6-A50C-C4E2D6B2A3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F28962D-50BA-43F8-8863-28ECE711D3FC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80F5939-D4E0-46FD-9A5A-5D648E38109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8633D331-78CB-40A1-B167-8185EC5D707B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C512E4B1-E78E-49E7-AA36-374CC1B084E4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A7D46340-CBFC-490F-B44E-7AA8FBF58B05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3575C26C-3EBD-4AA9-BA4D-2561E295D65D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235DB6BE-E065-4559-BF5C-36B56B379040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3DA54272-CD9D-4F68-BBAB-4F0C0C3EC635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A002CE8F-9256-4F2C-B474-58873717119E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59C9DE9F-4252-401D-913E-B74C9E326F98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8FE4E69B-534F-4A80-9E1C-798BEE1B0795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27564E1C-009C-4832-AE8D-E98286693F0C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4305DF1C-5801-43F2-A8B9-5351369418C0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806E71C8-0783-4E17-9B34-F51231DD2954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D908F17-2A89-4B0A-A2EA-692390969FE0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FBE22751-380F-44F9-BEED-0A553CF87BE5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77B27910-846F-4E4E-B588-F5B2E026FE9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E6E0501E-134E-46D7-984F-3A382B0BB29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90A83974-CBD7-4A69-9D84-2D3BBDE027A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A503E931-00D4-4B0C-BC69-49FE5C76651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97732A30-BE2F-4D71-BC37-60F7B44591B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0C8EB840-DE7D-4E67-989C-F4D8F50E15B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F05D2CC2-53CC-487E-A72E-42B1E9B1846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03A12D6B-1D60-4F26-8FB9-74AD5B070BD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41895D00-2D63-443C-95A8-5EB6E5EECBF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6AC50652-2A56-4382-95D0-971644EE0FA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DA50A374-8880-482D-B54F-F74E0D7BE18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C66364D8-CCC7-4AAF-94BC-766EC160D99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4A0DC409-26E2-4453-89FD-745EA849BE7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239ED039-D66C-4A5E-AA35-E7A5FA2E64C2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C72C13DC-161E-49CF-96B5-5383AA052AB7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103067-48DA-458C-99F6-9921C19A8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1"/>
            <a:ext cx="10325000" cy="14424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B86862-507E-4F73-890F-3B77BCFA3F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9" y="2340131"/>
            <a:ext cx="10325000" cy="35644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FBC0BB-AF05-4753-9159-41A16FBFC3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3587" y="6215870"/>
            <a:ext cx="3843779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5E34E7-6DA0-4AC7-AC94-EDF665FC0F13}" type="datetime1">
              <a:rPr lang="en-US" smtClean="0"/>
              <a:t>10/2/2024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362F82-EA1A-4B02-8A64-3B44C0D9DA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91078" y="236364"/>
            <a:ext cx="4114800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 dirty="0"/>
              <a:t>Atta Muhammad </a:t>
            </a:r>
            <a:r>
              <a:rPr lang="en-GB" dirty="0" err="1"/>
              <a:t>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C5EF32-1CA9-4CDA-8182-2FB0C30A0F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03649" y="6215870"/>
            <a:ext cx="979151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15108C-154A-4A5A-9C05-91A49A422BA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ight Triangle 6">
            <a:extLst>
              <a:ext uri="{FF2B5EF4-FFF2-40B4-BE49-F238E27FC236}">
                <a16:creationId xmlns:a16="http://schemas.microsoft.com/office/drawing/2014/main" id="{63BAC6E0-ADAC-40FB-AF53-88FA5F8373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4" y="151621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7460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0" r:id="rId6"/>
    <p:sldLayoutId id="2147483726" r:id="rId7"/>
    <p:sldLayoutId id="2147483727" r:id="rId8"/>
    <p:sldLayoutId id="2147483728" r:id="rId9"/>
    <p:sldLayoutId id="2147483729" r:id="rId10"/>
    <p:sldLayoutId id="2147483731" r:id="rId1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hyperlink" Target="mailto:attapanhyar@quest.edu.pk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4187D111-0A9D-421B-84EB-FC5811C3A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015ECF02-0C11-4320-A868-5EC7DD53DE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8C74A336-DE5D-4AE0-9A50-8D93C4AA45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11A81C9-7A36-4A04-B14C-A45B899E4B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AE1DE35-5349-4B57-B255-C07C69270C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AFE9588-5F4B-41DF-9FF6-6B4969245C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4CC9B87-707A-4D04-9336-B1418878A8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58CF5CAA-7C4D-408A-B1A8-E98C0E6633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462EA1B-90F8-4C08-AE36-FFBA2B45BF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F7B5623-96F7-42F0-BAC5-78D6789E01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85D83B1-1723-4710-8FC5-18EDC879E4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6998838C-DFB6-48F7-A18D-30469E8162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9BDB9A78-94CB-422D-B92E-65FD2732EC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A5DBD01-426B-424D-815A-96518F6007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B0218DF-D55B-4D41-AE23-F1E64BAC60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8D61EB8-98CC-4243-9E20-33CAC65BF5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A35F0944-B143-45B0-8B72-6CE34D4612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F68EF7F-67D0-463D-AB84-EA24D18196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AE17074E-4E65-4CBD-B1B0-9C18D6F724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CC905ED-EF46-4349-9E9B-2174310948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6B91F234-1C65-45AC-8CCE-A1C4AE49CE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4D46B3DB-5DBB-41CF-9FA5-010ECA0C3B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B92A3FF8-F172-47ED-84C6-802C85C1CB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5933982-9CB6-4199-B123-A3669A4FEF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3CA832CD-B214-4ABC-AC95-A3DA116ACE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D7EBA147-C4BA-4B48-B61D-CA24B8B06F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FA8253B7-461E-48CC-B871-8A255EE3D7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ADE46C3-C2E1-4492-AC59-870160A3C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2B0052E9-B440-4C1E-BC41-39957D5901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731F119B-638C-42B1-8400-709B94F1EE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E16299ED-D998-4895-9CCF-02427F1954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F4442675-84C9-45C8-9524-ABE4E25071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B5BE3E63-4FA5-4EBD-9F3B-E29F5128A8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C5A698-334B-D067-8439-BFEB7877F2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54891" y="722903"/>
            <a:ext cx="6118703" cy="270609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sz="4600" dirty="0"/>
              <a:t>Python Programming Bootcamp - Week 2, Day 3</a:t>
            </a:r>
            <a:endParaRPr lang="en-PK" sz="4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AFEA0F-305F-C5D2-1BA5-3770746BC8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89726" y="3674327"/>
            <a:ext cx="5415521" cy="2460770"/>
          </a:xfrm>
        </p:spPr>
        <p:txBody>
          <a:bodyPr>
            <a:normAutofit fontScale="85000" lnSpcReduction="10000"/>
          </a:bodyPr>
          <a:lstStyle/>
          <a:p>
            <a:r>
              <a:rPr lang="en-GB" dirty="0"/>
              <a:t>Lists, Tuples, and Loops with Data Structures</a:t>
            </a:r>
          </a:p>
          <a:p>
            <a:r>
              <a:rPr lang="en-GB" dirty="0"/>
              <a:t>Atta Muhammad</a:t>
            </a:r>
          </a:p>
          <a:p>
            <a:r>
              <a:rPr lang="en-GB" dirty="0">
                <a:hlinkClick r:id="rId2"/>
              </a:rPr>
              <a:t>attapanhyar@quest.edu.pk</a:t>
            </a:r>
            <a:endParaRPr lang="en-GB" dirty="0"/>
          </a:p>
          <a:p>
            <a:r>
              <a:rPr lang="en-US" dirty="0"/>
              <a:t>+923331971110</a:t>
            </a:r>
          </a:p>
          <a:p>
            <a:r>
              <a:rPr lang="en-US" dirty="0"/>
              <a:t>Quaid e </a:t>
            </a:r>
            <a:r>
              <a:rPr lang="en-US" dirty="0" err="1"/>
              <a:t>Awam</a:t>
            </a:r>
            <a:r>
              <a:rPr lang="en-US" dirty="0"/>
              <a:t> University of Engineering, Science and Technology</a:t>
            </a:r>
            <a:endParaRPr lang="en-PK" dirty="0"/>
          </a:p>
        </p:txBody>
      </p:sp>
      <p:pic>
        <p:nvPicPr>
          <p:cNvPr id="46" name="Picture 45" descr="A colorful background with curves&#10;&#10;Description automatically generated with medium confidence">
            <a:extLst>
              <a:ext uri="{FF2B5EF4-FFF2-40B4-BE49-F238E27FC236}">
                <a16:creationId xmlns:a16="http://schemas.microsoft.com/office/drawing/2014/main" id="{D466624D-CA7F-85D0-CF1C-623C442A828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514" r="33800"/>
          <a:stretch/>
        </p:blipFill>
        <p:spPr>
          <a:xfrm>
            <a:off x="1" y="10"/>
            <a:ext cx="5854890" cy="6857990"/>
          </a:xfrm>
          <a:custGeom>
            <a:avLst/>
            <a:gdLst/>
            <a:ahLst/>
            <a:cxnLst/>
            <a:rect l="l" t="t" r="r" b="b"/>
            <a:pathLst>
              <a:path w="6036633" h="6858000">
                <a:moveTo>
                  <a:pt x="0" y="0"/>
                </a:moveTo>
                <a:lnTo>
                  <a:pt x="5782584" y="0"/>
                </a:lnTo>
                <a:lnTo>
                  <a:pt x="5847735" y="280891"/>
                </a:lnTo>
                <a:cubicBezTo>
                  <a:pt x="6512611" y="3337011"/>
                  <a:pt x="5215360" y="3533975"/>
                  <a:pt x="5130974" y="6590095"/>
                </a:cubicBezTo>
                <a:lnTo>
                  <a:pt x="512734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44" name="Right Triangle 43">
            <a:extLst>
              <a:ext uri="{FF2B5EF4-FFF2-40B4-BE49-F238E27FC236}">
                <a16:creationId xmlns:a16="http://schemas.microsoft.com/office/drawing/2014/main" id="{F0753E91-DF19-4FA4-BFBF-221696B8D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6297356" y="-287372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88271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86F70-A769-9E20-A601-22B884804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Learning Objectives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D7169B-D581-D0C1-129F-968FDA2701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Understand the difference between lists and tuples.</a:t>
            </a:r>
          </a:p>
          <a:p>
            <a:endParaRPr lang="en-GB" dirty="0"/>
          </a:p>
          <a:p>
            <a:r>
              <a:rPr lang="en-GB" dirty="0"/>
              <a:t>Learn how to create, modify, and access elements in lists and tuples.</a:t>
            </a:r>
          </a:p>
          <a:p>
            <a:endParaRPr lang="en-GB" dirty="0"/>
          </a:p>
          <a:p>
            <a:r>
              <a:rPr lang="en-GB" dirty="0"/>
              <a:t>Use for loops to iterate over lists and tuples.</a:t>
            </a:r>
          </a:p>
          <a:p>
            <a:endParaRPr lang="en-GB" dirty="0"/>
          </a:p>
          <a:p>
            <a:r>
              <a:rPr lang="en-GB" dirty="0"/>
              <a:t>Apply basic list operations such as appending, slicing, and indexing.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37A1A5-AFBC-B5D4-5344-F9C942BB4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10/2/2024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AF6CB-7C01-AE94-AB02-B135F2A80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FF31EB-30D2-2C3A-E7B7-E88FAE59B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2872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D204C-A6AC-5FF3-DF32-49FD332EF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Introduction to Lists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A9C40E-C038-A404-D86A-0A75345A06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Definition</a:t>
            </a:r>
            <a:r>
              <a:rPr lang="en-GB" dirty="0"/>
              <a:t>: A list is a collection of items in a particular order. Lists are mutable, meaning you can change their contents.</a:t>
            </a:r>
          </a:p>
          <a:p>
            <a:endParaRPr lang="en-GB" dirty="0"/>
          </a:p>
          <a:p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2457B0-FDED-0B25-B2A0-BB893F068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10/2/2024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FE0AA1-6EB2-238B-FD84-6416783A7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50CB8F-C6FD-E4EF-8454-64A490E38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3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7476188-19DB-A88C-B88F-A9DBCAC708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4338" y="4122349"/>
            <a:ext cx="4744112" cy="600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7973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E8169-14DA-363B-9D19-8225AA704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Accessing Elements in a List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7E5DAE-6128-DD6D-AF13-C87E0102DC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Using Indexing:</a:t>
            </a:r>
          </a:p>
          <a:p>
            <a:pPr lvl="1"/>
            <a:r>
              <a:rPr lang="en-GB" dirty="0"/>
              <a:t>Lists are zero-indexed, meaning the first item is at index 0.</a:t>
            </a:r>
          </a:p>
          <a:p>
            <a:r>
              <a:rPr lang="en-GB" b="1" dirty="0"/>
              <a:t>Example</a:t>
            </a:r>
            <a:endParaRPr lang="en-PK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39CCFB-024E-63F0-52C2-E3F2B47EC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10/2/2024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85D700-5936-486E-70F4-B766A902B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626F05-B636-9F91-EF1E-CB10CEC0B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4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49810AA-A532-45BD-02FC-64E158A52B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9948" y="4034103"/>
            <a:ext cx="4772691" cy="1333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371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E1205-B247-FF9E-06EF-46AA556B7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Modifying Elements in a List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B9F758-738D-F742-EF32-6A6D0E3140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Change the Value of an Item:</a:t>
            </a:r>
          </a:p>
          <a:p>
            <a:pPr lvl="1"/>
            <a:r>
              <a:rPr lang="en-GB" dirty="0"/>
              <a:t>Lists are mutable, so you can modify elements after creating the list.</a:t>
            </a:r>
          </a:p>
          <a:p>
            <a:r>
              <a:rPr lang="en-GB" b="1" dirty="0"/>
              <a:t>Example:</a:t>
            </a:r>
            <a:endParaRPr lang="en-PK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345E67-FA3A-CF87-6F20-B80E26B64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10/2/2024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915E98-A96B-B7B9-7E73-951FC2E31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0FBBF1-628D-310F-58E7-C0DADA76C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5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153817D-7C3B-BA6A-7DC2-33A5281B78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2340" y="3826883"/>
            <a:ext cx="6878010" cy="1962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3453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D19DA-BFBA-459F-2730-3D23D9DB6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Slicing Lists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1FCF90-E655-B694-39A7-DF205C6306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Use </a:t>
            </a:r>
            <a:r>
              <a:rPr lang="en-GB" dirty="0" err="1">
                <a:solidFill>
                  <a:srgbClr val="92D050"/>
                </a:solidFill>
              </a:rPr>
              <a:t>start:stop</a:t>
            </a:r>
            <a:r>
              <a:rPr lang="en-GB" dirty="0"/>
              <a:t> to extract a portion of a list.</a:t>
            </a:r>
          </a:p>
          <a:p>
            <a:r>
              <a:rPr lang="en-GB" b="1" dirty="0"/>
              <a:t>Example</a:t>
            </a:r>
            <a:endParaRPr lang="en-PK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45BBDE-A44A-5C60-0527-A00008EC0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10/2/2024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3CBF4E-4EEA-785B-F435-789B91B8A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331A3B-18BC-F80A-3096-AE19AECE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6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FBCC782-1C02-889B-7D0A-41A27981A8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078" y="3470911"/>
            <a:ext cx="10973019" cy="1442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070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1F2D5-EEC2-031A-6B47-C33677F64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Looping Through a List</a:t>
            </a:r>
            <a:endParaRPr lang="en-PK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110A7C9-0BFD-8719-61CD-8CCA1959E3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03392" y="2916572"/>
            <a:ext cx="7113320" cy="1442463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FEA84A-CE80-8871-A640-12A33F385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10/2/2024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63AC6C-0D14-BD95-FEDB-C7C1DB678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987A1-CF88-4489-D0E7-33A47F75B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6458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D8D9B-889A-B8D0-5617-D13CDC761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Hands-On Exercise 1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26E2F1-7E01-6787-CC4E-F558C4935C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Task</a:t>
            </a:r>
            <a:r>
              <a:rPr lang="en-GB" dirty="0"/>
              <a:t>: Write a program that creates a list of your favourite movies and prints each one using a for loop.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079D3D-61A4-71DF-4B53-BEE4A3707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10/2/2024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E49E9F-E631-F98C-E139-DE4A9A4CB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8F941B-D74F-CFB3-9606-F3DC1078B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7141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B2BBD-2821-B0B2-BD6B-A1350B298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List Operations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9A8C1A-AD29-0E9F-C82B-1E57D85BBD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Length of a List</a:t>
            </a:r>
            <a:r>
              <a:rPr lang="en-GB" dirty="0"/>
              <a:t>: Use </a:t>
            </a:r>
            <a:r>
              <a:rPr lang="en-GB" dirty="0" err="1">
                <a:solidFill>
                  <a:srgbClr val="00B0F0"/>
                </a:solidFill>
              </a:rPr>
              <a:t>len</a:t>
            </a:r>
            <a:r>
              <a:rPr lang="en-GB" dirty="0"/>
              <a:t>() to find out how many items are in a list.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1033EC-A5B9-E446-0A7D-95ACDC90B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10/2/2024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DC7CF7-F949-C5F9-6CBE-B5CFCC7E6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4DADB2-9AFE-EC71-8ACE-8B5298E96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9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02372B7-5368-32C9-D356-96272B336E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1839" y="3401118"/>
            <a:ext cx="8688322" cy="1442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4305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3332E-8759-22EB-D4CD-B92FD301D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Hands-On Exercise 2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E176CC-54FB-0D6C-F8B3-A28D2B2267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Task</a:t>
            </a:r>
            <a:r>
              <a:rPr lang="en-GB" dirty="0"/>
              <a:t>: Write a program that checks if a particular movie is in your list of favourite movies.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C70ED5-1B61-C720-BC1F-A0E086C4D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10/2/2024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5A44B7-3E94-49AD-8EAB-F214BB671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233ABB-DE49-D552-9694-953A67531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6179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05B7A-334A-EC53-5084-DA401B361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Introduction to Tuples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306248-3A86-283A-1273-82411B27C6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Definition</a:t>
            </a:r>
            <a:r>
              <a:rPr lang="en-GB" dirty="0"/>
              <a:t>: A tuple is a collection of items like a </a:t>
            </a:r>
            <a:r>
              <a:rPr lang="en-GB" dirty="0">
                <a:solidFill>
                  <a:srgbClr val="00B0F0"/>
                </a:solidFill>
              </a:rPr>
              <a:t>list</a:t>
            </a:r>
            <a:r>
              <a:rPr lang="en-GB" dirty="0"/>
              <a:t>, but </a:t>
            </a:r>
            <a:r>
              <a:rPr lang="en-GB" dirty="0">
                <a:solidFill>
                  <a:srgbClr val="00B0F0"/>
                </a:solidFill>
              </a:rPr>
              <a:t>tuples</a:t>
            </a:r>
            <a:r>
              <a:rPr lang="en-GB" dirty="0"/>
              <a:t> are </a:t>
            </a:r>
            <a:r>
              <a:rPr lang="en-GB" dirty="0">
                <a:solidFill>
                  <a:srgbClr val="00B0F0"/>
                </a:solidFill>
              </a:rPr>
              <a:t>immutable</a:t>
            </a:r>
            <a:r>
              <a:rPr lang="en-GB" dirty="0"/>
              <a:t>, meaning their values cannot be changed after creation.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3534F6-E678-BFC1-0B55-71B06AD0B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10/2/2024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0DAC8C-E54A-91A6-3037-5A547A2AA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FE4953-6B0E-0432-D9B3-37D3DBDA9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11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7CF1B11-FC60-A002-3C44-196918F1F8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3479" y="3765111"/>
            <a:ext cx="4715533" cy="71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45196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A173122F-D466-4F08-90FA-0038F7AC21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B19EC7B8-C390-4F1B-8960-E6D324510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7CEE1CC1-2CD0-4957-8A12-48FA80C0CC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34901FEB-A7C2-457B-A124-AD433B041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C76048A8-79AA-454C-BD3E-3004F74268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77B51975-25FE-4328-9815-2AA302F28A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B440B47E-6D3E-4978-B887-B53DA0BFF5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D94D0A1-D760-40DE-B758-008B93D58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F9E590CB-0538-40D7-9CAC-1BBD39CC27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5D7C67DA-B2AA-46E2-8065-1F862A6F72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C0C2ED54-1B65-4F4A-B14B-41FC05B372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EAE5BBBC-F576-4D54-BF67-C00BB1F4F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90D490E7-12F8-40DC-A9C1-D119667EEF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6C855383-9F21-4BDA-8FCA-22AF3D69FF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FC3E600C-E08A-418E-B30E-2B0FC15DF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E980D58F-BD3F-4B47-9BD2-888B0D9D19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43544818-9B28-4A71-8D7B-80727A5326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101FFBC7-035F-48C5-91FA-4A4973FCD6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D6195BC5-BB4E-4F3F-8378-0B308B4252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02404171-AF5C-4FA1-9D4E-DCF75562BD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BAD45A86-9385-473D-9DBF-565E0A94AF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DBA5A228-913F-4D4F-AB25-5372936246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A87E8BFE-D92E-4EB3-ADD1-FB75CAA683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08756FCD-8335-4089-B4EE-13D629E53E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A9707D7B-937E-4DC3-87BA-B7B7042682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AB1A72DC-3F29-4488-9051-C21E1CBB7E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956DAD76-815C-4F16-98CF-8E8BE1965B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1AF2F8C5-6691-4EBD-B42E-4B17DF1ED2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D32ED14D-1C00-41C8-849C-030A1434E4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62F296F5-9867-45CA-BF0A-EF216F6A8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53B72471-9DB5-428B-AF52-E11E03B9FD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B8656B49-5277-4610-BD7B-F5D98170B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F1A47399-8F78-4DB1-BD21-1166BCB267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3" name="Right Triangle 82">
            <a:extLst>
              <a:ext uri="{FF2B5EF4-FFF2-40B4-BE49-F238E27FC236}">
                <a16:creationId xmlns:a16="http://schemas.microsoft.com/office/drawing/2014/main" id="{F952A221-69C2-46B3-890D-354CA59616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5810332" y="-286720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120FCD-285B-1E65-E261-599FA30FA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9071" y="722904"/>
            <a:ext cx="9821130" cy="107590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/>
              <a:t>Accessing Elements in a Tuple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ECC60D-8D35-0CF0-D747-4C48045684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9657" y="1970523"/>
            <a:ext cx="7893025" cy="61483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en-US" sz="2400"/>
              <a:t>Tuples use the same indexing as lists.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5EE233B-FBEE-5F6A-5658-E2E41E7D31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2774" y="3373367"/>
            <a:ext cx="9820189" cy="2279685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F7554A-4E8A-BAB7-E3DF-F30E61FC51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587" y="6215870"/>
            <a:ext cx="3843779" cy="417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B6C05406-30E1-4169-AEFC-9FB385F43253}" type="datetime1">
              <a:rPr lang="en-US" smtClean="0"/>
              <a:pPr defTabSz="914400">
                <a:spcAft>
                  <a:spcPts val="600"/>
                </a:spcAft>
              </a:pPr>
              <a:t>10/2/2024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2D7A6E-9C8E-70F2-2C33-F9D571EFC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7076" y="6215063"/>
            <a:ext cx="4114800" cy="4175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Atta Muhammad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03ECFD-0285-8478-6722-449D0ADC2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BE15108C-154A-4A5A-9C05-91A49A422BA7}" type="slidenum">
              <a:rPr lang="en-US" smtClean="0"/>
              <a:pPr defTabSz="914400">
                <a:spcAft>
                  <a:spcPts val="600"/>
                </a:spcAft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7562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A082E5AA-6E5F-4FCC-8C41-11E32F833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7E54718-D542-4A51-8858-489F114E5B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61DE8362-3C8E-4360-B69C-B1E8BA0910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D78E817-175B-473B-907B-46E3FFFC82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10148BC7-01D6-4619-B999-450D3779F7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56495FC-22CC-4ECB-9AF3-A368089774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752992D-5D5B-49BA-B103-20D026D806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186863D5-24BE-4B9D-9774-3D05E618BB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765E6E20-0152-4566-AF84-7A653DA9CE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61EDF4BA-423C-437C-A84E-9C801C644C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B94B4426-2F84-4B67-82F3-82126C5F2B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B10133A-4B3A-43A0-905C-9553146A40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A6964579-39FE-4C0F-A9F7-9BE42CF2BA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2D296DA0-7A54-4379-BDFA-F5D9B628C6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67EE54B-8C6A-4D9A-B70A-514618E352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3D2EA8C-E183-4375-99CA-839311993D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4AA2E6A-2430-4B53-A98D-B00CEAB3C8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4DCD953D-D81F-4F81-AC34-401C16A469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04979975-CD6D-47E1-B5E0-16B6B7DA87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42CB9127-5570-4561-AC7A-79503578F0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D2AA5C0F-4D55-4B3B-8958-5054A963BB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20989B74-6B57-4C62-8133-AAD87B613E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4F794DBD-4798-439D-8125-98989B8BD5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354B1F93-B72D-4D8C-B2BB-35722E634F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5C60F77B-0D01-4A9E-B0B4-1AF3A80EC1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1F6C3B03-AB39-404C-B058-E879912C1C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47B56742-DA6B-4400-9B6B-D229783D29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A24BE6C5-0094-4B57-B896-6C292B43A0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DE466E6B-E360-4CCE-AAEF-D9FB10E960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EF53654C-4687-4808-AF76-6FFE8D1807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0FEC833C-2184-4158-952D-D126BA959A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38D98050-2A3E-4FBE-A0BC-39EFAED232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1E853434-59BD-4B7B-91B1-E6781527F4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Right Triangle 47">
            <a:extLst>
              <a:ext uri="{FF2B5EF4-FFF2-40B4-BE49-F238E27FC236}">
                <a16:creationId xmlns:a16="http://schemas.microsoft.com/office/drawing/2014/main" id="{183C8C86-7C7A-404E-B08B-2B26ACD311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88" y="52857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771AD2-C9F2-3DDB-722E-1EDD4B584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5952"/>
            <a:ext cx="5412273" cy="5188618"/>
          </a:xfrm>
        </p:spPr>
        <p:txBody>
          <a:bodyPr>
            <a:normAutofit/>
          </a:bodyPr>
          <a:lstStyle/>
          <a:p>
            <a:r>
              <a:rPr lang="en-GB" dirty="0"/>
              <a:t>Looping Through a Tuple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48CFE0-4546-A26B-9BA8-9EA58D3259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2169" y="714593"/>
            <a:ext cx="4826582" cy="2469886"/>
          </a:xfrm>
        </p:spPr>
        <p:txBody>
          <a:bodyPr>
            <a:normAutofit/>
          </a:bodyPr>
          <a:lstStyle/>
          <a:p>
            <a:r>
              <a:rPr lang="en-GB" sz="1800"/>
              <a:t>You can use for loops to iterate through tuples just like with lists.</a:t>
            </a:r>
          </a:p>
          <a:p>
            <a:endParaRPr lang="en-GB" sz="1800"/>
          </a:p>
          <a:p>
            <a:endParaRPr lang="en-GB" sz="1800"/>
          </a:p>
          <a:p>
            <a:r>
              <a:rPr lang="en-GB" sz="1800" b="1"/>
              <a:t>Example</a:t>
            </a:r>
            <a:endParaRPr lang="en-PK" sz="1800" b="1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D54B11D-62CD-DB19-6944-7E696DA800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8431" y="3226903"/>
            <a:ext cx="4826583" cy="1293063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B84A69-FC64-1A3A-89AF-E2EDD4F596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587" y="6215870"/>
            <a:ext cx="3843779" cy="41712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6C05406-30E1-4169-AEFC-9FB385F43253}" type="datetime1">
              <a:rPr lang="en-US" smtClean="0"/>
              <a:pPr>
                <a:spcAft>
                  <a:spcPts val="600"/>
                </a:spcAft>
              </a:pPr>
              <a:t>10/2/2024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248F0B-79F4-F475-F79C-C65388C08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GB"/>
              <a:t>Atta Muhammad Panhyar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DF26DA-0915-4622-B61E-70FACFE03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E15108C-154A-4A5A-9C05-91A49A422BA7}" type="slidenum">
              <a:rPr lang="en-US" smtClean="0"/>
              <a:pPr>
                <a:spcAft>
                  <a:spcPts val="600"/>
                </a:spcAft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3352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1F545-0622-DFCC-3C5A-19E08A43D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Hands-On Exercise 3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2B4228-D2EE-C51E-64CF-1E0D885CC1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Task</a:t>
            </a:r>
            <a:r>
              <a:rPr lang="en-GB" dirty="0"/>
              <a:t>: Create a tuple that contains the dimensions of a rectangle (length and width) and loop through the tuple to print each value.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B29710-B9BF-5061-7EB3-0647130A9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10/2/2024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30F6AA-0D23-76A3-BC34-66C227E94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18C7F-73E5-702B-F2C4-6451E18D7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0898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34246-8564-A24D-993A-F05798D69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Tuples vs Lists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7CD449-8477-EDCF-65DE-E1A371F843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Mutability</a:t>
            </a:r>
            <a:r>
              <a:rPr lang="en-GB" dirty="0"/>
              <a:t>:</a:t>
            </a:r>
          </a:p>
          <a:p>
            <a:pPr lvl="1"/>
            <a:r>
              <a:rPr lang="en-GB" dirty="0"/>
              <a:t>Lists: Mutable – you can change, add, or remove items.</a:t>
            </a:r>
          </a:p>
          <a:p>
            <a:pPr lvl="1"/>
            <a:r>
              <a:rPr lang="en-GB" dirty="0"/>
              <a:t>Tuples: Immutable – you cannot modify the contents once a tuple is created.</a:t>
            </a:r>
          </a:p>
          <a:p>
            <a:pPr lvl="1"/>
            <a:endParaRPr lang="en-GB" dirty="0"/>
          </a:p>
          <a:p>
            <a:r>
              <a:rPr lang="en-GB" b="1" dirty="0"/>
              <a:t>Use Case:</a:t>
            </a:r>
          </a:p>
          <a:p>
            <a:pPr lvl="1"/>
            <a:r>
              <a:rPr lang="en-GB" dirty="0"/>
              <a:t>Use lists when you need a collection of items that can change.</a:t>
            </a:r>
          </a:p>
          <a:p>
            <a:pPr lvl="1"/>
            <a:r>
              <a:rPr lang="en-GB" dirty="0"/>
              <a:t>Use tuples when the data is fixed and should not be altered.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3A0C82-6668-38ED-D3BB-4335620AD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10/2/2024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731EA7-ACCE-9E05-19D4-03605E7F0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E07A70-3688-5110-5724-02B1B8AC1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6457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A173122F-D466-4F08-90FA-0038F7AC21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B19EC7B8-C390-4F1B-8960-E6D324510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7CEE1CC1-2CD0-4957-8A12-48FA80C0CC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34901FEB-A7C2-457B-A124-AD433B041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C76048A8-79AA-454C-BD3E-3004F74268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77B51975-25FE-4328-9815-2AA302F28A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B440B47E-6D3E-4978-B887-B53DA0BFF5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D94D0A1-D760-40DE-B758-008B93D58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F9E590CB-0538-40D7-9CAC-1BBD39CC27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5D7C67DA-B2AA-46E2-8065-1F862A6F72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C0C2ED54-1B65-4F4A-B14B-41FC05B372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EAE5BBBC-F576-4D54-BF67-C00BB1F4F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90D490E7-12F8-40DC-A9C1-D119667EEF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6C855383-9F21-4BDA-8FCA-22AF3D69FF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FC3E600C-E08A-418E-B30E-2B0FC15DF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E980D58F-BD3F-4B47-9BD2-888B0D9D19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43544818-9B28-4A71-8D7B-80727A5326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101FFBC7-035F-48C5-91FA-4A4973FCD6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D6195BC5-BB4E-4F3F-8378-0B308B4252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02404171-AF5C-4FA1-9D4E-DCF75562BD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BAD45A86-9385-473D-9DBF-565E0A94AF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DBA5A228-913F-4D4F-AB25-5372936246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A87E8BFE-D92E-4EB3-ADD1-FB75CAA683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08756FCD-8335-4089-B4EE-13D629E53E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A9707D7B-937E-4DC3-87BA-B7B7042682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AB1A72DC-3F29-4488-9051-C21E1CBB7E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956DAD76-815C-4F16-98CF-8E8BE1965B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1AF2F8C5-6691-4EBD-B42E-4B17DF1ED2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D32ED14D-1C00-41C8-849C-030A1434E4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62F296F5-9867-45CA-BF0A-EF216F6A8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53B72471-9DB5-428B-AF52-E11E03B9FD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B8656B49-5277-4610-BD7B-F5D98170B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F1A47399-8F78-4DB1-BD21-1166BCB267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3" name="Right Triangle 82">
            <a:extLst>
              <a:ext uri="{FF2B5EF4-FFF2-40B4-BE49-F238E27FC236}">
                <a16:creationId xmlns:a16="http://schemas.microsoft.com/office/drawing/2014/main" id="{F952A221-69C2-46B3-890D-354CA59616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5810332" y="-286720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B9AB2E-34DC-9AFB-34BA-72420517A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9071" y="722904"/>
            <a:ext cx="9821130" cy="107590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/>
              <a:t>Nesting Lists and Tuples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B636AF-3D88-F140-0576-BD6439D84E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9657" y="1970523"/>
            <a:ext cx="7893025" cy="61483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en-US" sz="2200"/>
              <a:t>You can store lists and tuples inside other lists or tuples.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32CD4D8-9FAA-1E06-3F34-B937E44D1E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2774" y="3678494"/>
            <a:ext cx="9820189" cy="166943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D998A7-902C-2A3F-0D57-0948FCFC8C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587" y="6215870"/>
            <a:ext cx="3843779" cy="417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B6C05406-30E1-4169-AEFC-9FB385F43253}" type="datetime1">
              <a:rPr lang="en-US" smtClean="0"/>
              <a:pPr defTabSz="914400">
                <a:spcAft>
                  <a:spcPts val="600"/>
                </a:spcAft>
              </a:pPr>
              <a:t>10/2/2024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095B1B-7DEA-35C6-F1D4-34A9E3F19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7076" y="6215063"/>
            <a:ext cx="4114800" cy="4175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Atta Muhammad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136EAC-2577-2C74-1474-D69A85FB8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BE15108C-154A-4A5A-9C05-91A49A422BA7}" type="slidenum">
              <a:rPr lang="en-US" smtClean="0"/>
              <a:pPr defTabSz="914400">
                <a:spcAft>
                  <a:spcPts val="600"/>
                </a:spcAft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9079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4DD1D-6955-06C0-20D1-1C1D5FE6D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List Comprehensions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291377-F8E3-0518-FCCE-672B939E3B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What is a List Comprehension</a:t>
            </a:r>
            <a:r>
              <a:rPr lang="en-GB" dirty="0"/>
              <a:t>?: A concise way to create lists.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AB5063-FC9D-4AAC-CFCA-79421756C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10/2/2024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DCF25B-6F68-B3A6-D9DA-D0CF59972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184691-AAD4-1BA0-43EB-57487DCC2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17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77EE996-EF7C-9815-D5A6-9290549354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078" y="3263797"/>
            <a:ext cx="9524583" cy="928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94709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D73AA-6DEC-7F3A-F18B-5B8BF396F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Hands-On Group Activity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103F55-8592-EEB8-FC13-2E0201B9D0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Task</a:t>
            </a:r>
            <a:r>
              <a:rPr lang="en-GB" dirty="0"/>
              <a:t>: </a:t>
            </a:r>
          </a:p>
          <a:p>
            <a:pPr lvl="1"/>
            <a:r>
              <a:rPr lang="en-GB" dirty="0"/>
              <a:t>Write a program that:</a:t>
            </a:r>
          </a:p>
          <a:p>
            <a:pPr marL="800100" lvl="2" indent="-342900">
              <a:buFont typeface="+mj-lt"/>
              <a:buAutoNum type="arabicPeriod"/>
            </a:pPr>
            <a:r>
              <a:rPr lang="en-GB" sz="2000" dirty="0"/>
              <a:t>Asks the user to input 5 numbers.</a:t>
            </a:r>
          </a:p>
          <a:p>
            <a:pPr marL="800100" lvl="2" indent="-342900">
              <a:buFont typeface="+mj-lt"/>
              <a:buAutoNum type="arabicPeriod"/>
            </a:pPr>
            <a:r>
              <a:rPr lang="en-GB" sz="2000" dirty="0"/>
              <a:t>Stores the numbers in a list.</a:t>
            </a:r>
          </a:p>
          <a:p>
            <a:pPr marL="800100" lvl="2" indent="-342900">
              <a:buFont typeface="+mj-lt"/>
              <a:buAutoNum type="arabicPeriod"/>
            </a:pPr>
            <a:r>
              <a:rPr lang="en-GB" sz="2000" dirty="0"/>
              <a:t>Uses a loop to print each number along with its square.</a:t>
            </a:r>
            <a:endParaRPr lang="en-PK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D20246-DE84-D7DC-FD33-B9EB59CB9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10/2/2024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F0FBE5-A7BD-C2CA-F5D1-AC8104697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35BCBB-BCDA-DE29-F918-E0032FA0D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9212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0D189-9968-3BCB-0294-DC92CCAF0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Common Mistakes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D7F463-3A5C-29E4-3665-658360B9A6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Changing Tuple Elements</a:t>
            </a:r>
            <a:r>
              <a:rPr lang="en-GB" dirty="0"/>
              <a:t>: Attempting to change an element of a tuple will result in an error.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b="1" dirty="0"/>
              <a:t>List Index Errors</a:t>
            </a:r>
            <a:r>
              <a:rPr lang="en-GB" dirty="0"/>
              <a:t>: Be mindful of index ranges to avoid </a:t>
            </a:r>
            <a:r>
              <a:rPr lang="en-GB" dirty="0" err="1"/>
              <a:t>IndexError</a:t>
            </a:r>
            <a:r>
              <a:rPr lang="en-GB" dirty="0"/>
              <a:t> by trying to access elements that don’t exist.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7BFB1E-4733-2C54-36E2-3A9F54285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10/2/2024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3B5220-267E-4A06-889F-88518876B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E185F3-B9D3-CBC0-388C-5729F4BA6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19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E7AD81E-0587-4859-5BA5-14CCF0E012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5476" y="3063272"/>
            <a:ext cx="6296904" cy="752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3096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C5936-8786-AFB0-4399-E72B13C8F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Recap and Key Takeaways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414F50-1076-A302-93F0-29E675DC48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Key Takeaways</a:t>
            </a:r>
            <a:r>
              <a:rPr lang="en-GB" dirty="0"/>
              <a:t>:</a:t>
            </a:r>
          </a:p>
          <a:p>
            <a:pPr lvl="1"/>
            <a:r>
              <a:rPr lang="en-GB" dirty="0"/>
              <a:t>Lists are mutable, tuples are immutable.</a:t>
            </a:r>
          </a:p>
          <a:p>
            <a:pPr lvl="1"/>
            <a:r>
              <a:rPr lang="en-GB" dirty="0"/>
              <a:t>Use lists when you need to modify the data and tuples when you want to keep the data unchanged.</a:t>
            </a:r>
          </a:p>
          <a:p>
            <a:pPr lvl="1"/>
            <a:r>
              <a:rPr lang="en-GB" dirty="0"/>
              <a:t>You can loop through both lists and tuples using for loops.</a:t>
            </a:r>
          </a:p>
          <a:p>
            <a:pPr lvl="1"/>
            <a:r>
              <a:rPr lang="en-GB" dirty="0"/>
              <a:t>Slicing and indexing are common operations for accessing elements.</a:t>
            </a:r>
          </a:p>
          <a:p>
            <a:endParaRPr lang="en-GB" dirty="0"/>
          </a:p>
          <a:p>
            <a:r>
              <a:rPr lang="en-GB" b="1" dirty="0"/>
              <a:t>Next Session</a:t>
            </a:r>
            <a:r>
              <a:rPr lang="en-GB" dirty="0"/>
              <a:t>: Dictionaries and Sets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63E7E1-91A2-FF8A-13D0-FCF053E5B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10/2/2024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3BEC30-2B6C-B168-94E4-A3FF4773C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B5891A-3DFD-F68D-4C9E-EE91C79D1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1135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E7E19BE-01BF-F02D-0AED-C3A6B81CE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87" y="2006702"/>
            <a:ext cx="10501177" cy="1401231"/>
          </a:xfrm>
        </p:spPr>
        <p:txBody>
          <a:bodyPr/>
          <a:lstStyle/>
          <a:p>
            <a:pPr algn="ctr"/>
            <a:r>
              <a:rPr lang="en-GB" dirty="0"/>
              <a:t>Q&amp;A and Wrap-Up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502BD6-0891-78B2-B74A-D00377253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10/2/2024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680918-EDEB-FEC9-E43C-0A6154A55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14939B-1451-F0E3-DA63-9F24B945F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0236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7D96B-2ED7-7D3E-4A69-4ECEB66DB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2296870"/>
            <a:ext cx="10501177" cy="1401231"/>
          </a:xfrm>
        </p:spPr>
        <p:txBody>
          <a:bodyPr/>
          <a:lstStyle/>
          <a:p>
            <a:pPr algn="ctr"/>
            <a:r>
              <a:rPr lang="en-US" dirty="0"/>
              <a:t>MATCH THE SOLUTION </a:t>
            </a:r>
            <a:r>
              <a:rPr lang="en-US" sz="6600" dirty="0"/>
              <a:t>😒</a:t>
            </a:r>
            <a:endParaRPr lang="en-PK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9CB7ED-41F4-9F3D-8919-AA2E98040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CC5B1-62D5-4835-9D64-34BCFE87B16E}" type="datetime1">
              <a:rPr lang="en-US" smtClean="0"/>
              <a:t>10/2/2024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FDFCEF-C9C9-86C0-A9AA-DFDD2D6E1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FCE8F8-4E04-5AD0-B155-EADB2F712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1848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42B27-FCB7-04D3-78A6-64DC3125C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 to 🤷‍♂️</a:t>
            </a:r>
            <a:endParaRPr lang="en-PK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301A71-CA73-EB10-C328-F96FC1BBF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CC5B1-62D5-4835-9D64-34BCFE87B16E}" type="datetime1">
              <a:rPr lang="en-US" smtClean="0"/>
              <a:t>10/2/2024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5D45E4-53AC-3F1B-7362-340A0E582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1A0E93-15A5-633F-5ED3-478124427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23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5F0DC24-8D73-5047-894D-3BB09A9BE8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4836" y="2533525"/>
            <a:ext cx="8802328" cy="1790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4661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7EFA5-5852-1287-0894-70CCF1568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 to 🤐</a:t>
            </a:r>
            <a:endParaRPr lang="en-PK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771580-F4E4-C1CB-F016-99EF5857A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CC5B1-62D5-4835-9D64-34BCFE87B16E}" type="datetime1">
              <a:rPr lang="en-US" smtClean="0"/>
              <a:t>10/2/2024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118BD2-2F29-963F-E407-9B997F90D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A9CB2D-4A83-F038-4CCF-6DE843275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24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A43B3AD-BB76-DFFD-07A2-200B4293B7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524" y="2464789"/>
            <a:ext cx="10745700" cy="3410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5697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ECDB3-D497-1E44-0EFB-29AE31822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 to 🫥</a:t>
            </a:r>
            <a:endParaRPr lang="en-PK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145677-E54A-5897-FA8B-93B28D5C7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CC5B1-62D5-4835-9D64-34BCFE87B16E}" type="datetime1">
              <a:rPr lang="en-US" smtClean="0"/>
              <a:t>10/2/2024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20528D-B0F6-B1DB-F79E-556D1F9BC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03DB25-0982-FA10-1B2E-8AC7DA984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25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B0AA55C-6480-D89A-14D6-A2BBA2C2E0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8810" y="2193547"/>
            <a:ext cx="7554379" cy="3448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64552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894DF-A0D9-DC29-515B-09E998019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 to 🤗</a:t>
            </a:r>
            <a:endParaRPr lang="en-PK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236AA7-824A-10AE-0417-922CE7885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CC5B1-62D5-4835-9D64-34BCFE87B16E}" type="datetime1">
              <a:rPr lang="en-US" smtClean="0"/>
              <a:t>10/2/2024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DE6B8D-89A6-0DA7-056B-AAEC561A4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1BFF5E-7FF1-5CDB-B265-BF734DC29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26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43CE841-C23E-5826-361F-C756309634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913" y="2557341"/>
            <a:ext cx="10736173" cy="1743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466721"/>
      </p:ext>
    </p:extLst>
  </p:cSld>
  <p:clrMapOvr>
    <a:masterClrMapping/>
  </p:clrMapOvr>
</p:sld>
</file>

<file path=ppt/theme/theme1.xml><?xml version="1.0" encoding="utf-8"?>
<a:theme xmlns:a="http://schemas.openxmlformats.org/drawingml/2006/main" name="CosineVTI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Custom 50">
      <a:majorFont>
        <a:latin typeface="Grandview"/>
        <a:ea typeface=""/>
        <a:cs typeface=""/>
      </a:majorFont>
      <a:minorFont>
        <a:latin typeface="Grandvie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sineVTI" id="{4F4449D5-5E9D-4D83-9E2A-939F9CF20276}" vid="{03166EA1-370F-4321-A61E-8851365B431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5B83B841CBE624CBD6CA6C23B585E86" ma:contentTypeVersion="4" ma:contentTypeDescription="Create a new document." ma:contentTypeScope="" ma:versionID="df8140b7ff1f38641146e502cd7017ce">
  <xsd:schema xmlns:xsd="http://www.w3.org/2001/XMLSchema" xmlns:xs="http://www.w3.org/2001/XMLSchema" xmlns:p="http://schemas.microsoft.com/office/2006/metadata/properties" xmlns:ns3="5e1f2001-7a2a-475f-99ed-f287c302d85e" targetNamespace="http://schemas.microsoft.com/office/2006/metadata/properties" ma:root="true" ma:fieldsID="4ef91abf136de239640819636eae1c09" ns3:_="">
    <xsd:import namespace="5e1f2001-7a2a-475f-99ed-f287c302d85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1f2001-7a2a-475f-99ed-f287c302d85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7403B38-2017-46CB-BAFD-34E91D55FE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e1f2001-7a2a-475f-99ed-f287c302d85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3882337-F9FF-4386-BC46-5C61B288A5C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7028091-2C71-4358-873E-63FAA6926BD7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5e1f2001-7a2a-475f-99ed-f287c302d85e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TM03457491[[fn=Metropolitan]]</Template>
  <TotalTime>1825</TotalTime>
  <Words>725</Words>
  <Application>Microsoft Office PowerPoint</Application>
  <PresentationFormat>Widescreen</PresentationFormat>
  <Paragraphs>158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Aptos</vt:lpstr>
      <vt:lpstr>Arial</vt:lpstr>
      <vt:lpstr>Grandview</vt:lpstr>
      <vt:lpstr>Wingdings</vt:lpstr>
      <vt:lpstr>CosineVTI</vt:lpstr>
      <vt:lpstr>Python Programming Bootcamp - Week 2, Day 3</vt:lpstr>
      <vt:lpstr>Learning Objectives</vt:lpstr>
      <vt:lpstr>Introduction to Lists</vt:lpstr>
      <vt:lpstr>Accessing Elements in a List</vt:lpstr>
      <vt:lpstr>Modifying Elements in a List</vt:lpstr>
      <vt:lpstr>Slicing Lists</vt:lpstr>
      <vt:lpstr>Looping Through a List</vt:lpstr>
      <vt:lpstr>Hands-On Exercise 1</vt:lpstr>
      <vt:lpstr>List Operations</vt:lpstr>
      <vt:lpstr>Hands-On Exercise 2</vt:lpstr>
      <vt:lpstr>Introduction to Tuples</vt:lpstr>
      <vt:lpstr>Accessing Elements in a Tuple</vt:lpstr>
      <vt:lpstr>Looping Through a Tuple</vt:lpstr>
      <vt:lpstr>Hands-On Exercise 3</vt:lpstr>
      <vt:lpstr>Tuples vs Lists</vt:lpstr>
      <vt:lpstr>Nesting Lists and Tuples</vt:lpstr>
      <vt:lpstr>List Comprehensions</vt:lpstr>
      <vt:lpstr>Hands-On Group Activity</vt:lpstr>
      <vt:lpstr>Common Mistakes</vt:lpstr>
      <vt:lpstr>Recap and Key Takeaways</vt:lpstr>
      <vt:lpstr>Q&amp;A and Wrap-Up</vt:lpstr>
      <vt:lpstr>MATCH THE SOLUTION 😒</vt:lpstr>
      <vt:lpstr>Solution to 🤷‍♂️</vt:lpstr>
      <vt:lpstr>Solution to 🤐</vt:lpstr>
      <vt:lpstr>Solution to 🫥</vt:lpstr>
      <vt:lpstr>Solution to 🤗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Atta Muhammad</dc:creator>
  <cp:lastModifiedBy>Atta Muhammad</cp:lastModifiedBy>
  <cp:revision>283</cp:revision>
  <dcterms:created xsi:type="dcterms:W3CDTF">2024-09-22T16:39:41Z</dcterms:created>
  <dcterms:modified xsi:type="dcterms:W3CDTF">2024-10-02T09:04:25Z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0x01010045B83B841CBE624CBD6CA6C23B585E86</vt:lpwstr>
  </property>
</Properties>
</file>