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23" d="100"/>
          <a:sy n="123" d="100"/>
        </p:scale>
        <p:origin x="-1374" y="-14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16/01/2025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Peoples Information Technology Program (PITP)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9726" y="722903"/>
            <a:ext cx="5415521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Peoples Information Technology Program (PITP)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Python Programming Bootcamp - Day 3</a:t>
            </a:r>
          </a:p>
          <a:p>
            <a:r>
              <a:rPr lang="en-GB" dirty="0"/>
              <a:t>Input, Output, and String Formatting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 e 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BB7A0-DA67-F883-6327-86A8EE39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0C70-185C-1F1F-AB13-173581EC1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how to accept user input in Python.</a:t>
            </a:r>
          </a:p>
          <a:p>
            <a:endParaRPr lang="en-GB" dirty="0"/>
          </a:p>
          <a:p>
            <a:r>
              <a:rPr lang="en-GB" dirty="0"/>
              <a:t>Learn various ways to format output.</a:t>
            </a:r>
          </a:p>
          <a:p>
            <a:endParaRPr lang="en-GB" dirty="0"/>
          </a:p>
          <a:p>
            <a:r>
              <a:rPr lang="en-GB" dirty="0"/>
              <a:t>Explore string methods for manipulating text.</a:t>
            </a:r>
          </a:p>
          <a:p>
            <a:endParaRPr lang="en-GB" dirty="0"/>
          </a:p>
          <a:p>
            <a:r>
              <a:rPr lang="en-GB" dirty="0"/>
              <a:t>Develop programs that interact with the user.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BE7C5-F7D7-DEAA-95AB-853FEED1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9D1D-5121-4174-9DC6-4EB2ACDE9EBB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67CA8-16BF-D4F6-6E56-BFBB4A70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EDC73-D218-989C-EC8F-E0870D16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0042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B245-ECED-1085-8EE4-131B888B0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of Previous Sessions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0B631-5613-3BD2-6883-02538503A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Day 1 Recap</a:t>
            </a:r>
            <a:r>
              <a:rPr lang="en-GB" dirty="0"/>
              <a:t>: Introduction to Python, installation, basic data types, and simple programs.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Day 2 Recap</a:t>
            </a:r>
            <a:r>
              <a:rPr lang="en-GB" dirty="0"/>
              <a:t>: Variables, data types, and arithmetic operations.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673A0-52C7-C861-9BCC-981BA5E90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FA78D-0E6B-1A50-1E86-0B6FE894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F7420-6AEE-60C9-E5A6-1710EAD72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4415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5AF0-544F-1DF1-46E0-20E3B5E3F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in Python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8D9E-271F-8ACC-6A37-46EAE8B3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Function: </a:t>
            </a:r>
            <a:r>
              <a:rPr lang="en-GB" sz="3200" b="1" dirty="0"/>
              <a:t>input()</a:t>
            </a:r>
          </a:p>
          <a:p>
            <a:r>
              <a:rPr lang="en-GB" b="1" dirty="0"/>
              <a:t>Allows the user to provide data during program execution.</a:t>
            </a:r>
            <a:endParaRPr lang="en-GB" sz="3200" b="1" dirty="0"/>
          </a:p>
          <a:p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EAC2C-8534-0C3F-4479-B4317EAE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797F3-2572-2C04-7342-6DA68A2A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AF142-4CCE-6C83-8CC4-ADCBD187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8FD8E4-F05F-4EB2-A5D1-90EF4819B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47" y="3560154"/>
            <a:ext cx="5430008" cy="914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8E11F5-1132-BDC8-EB25-16852EF37B4B}"/>
              </a:ext>
            </a:extLst>
          </p:cNvPr>
          <p:cNvSpPr txBox="1"/>
          <p:nvPr/>
        </p:nvSpPr>
        <p:spPr>
          <a:xfrm>
            <a:off x="814747" y="4884645"/>
            <a:ext cx="6115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Exercise 1</a:t>
            </a:r>
            <a:r>
              <a:rPr lang="en-GB" dirty="0"/>
              <a:t>: Write a program that asks for the user's age and then prints a message with the age.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7265398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AC3F-F1ED-6DBC-1F96-60AEC964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Type Conversion with Input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4C92-B02A-393D-D2F7-EFBBBD75F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 default</a:t>
            </a:r>
            <a:r>
              <a:rPr lang="en-GB" b="1" dirty="0"/>
              <a:t>, input() </a:t>
            </a:r>
            <a:r>
              <a:rPr lang="en-GB" dirty="0"/>
              <a:t>returns data as a </a:t>
            </a:r>
            <a:r>
              <a:rPr lang="en-GB" b="1" dirty="0"/>
              <a:t>string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/>
              <a:t>Converting Input</a:t>
            </a:r>
            <a:r>
              <a:rPr lang="en-GB" dirty="0"/>
              <a:t>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Convert to </a:t>
            </a:r>
            <a:r>
              <a:rPr lang="en-GB" b="1" dirty="0"/>
              <a:t>int(), float(), </a:t>
            </a:r>
            <a:r>
              <a:rPr lang="en-GB" dirty="0"/>
              <a:t>or other types as needed.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A9B0-019B-13B1-7009-19F670E5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AE269-420F-CD5B-F744-B9380DDB6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CFB77-DA0A-3D8D-18BB-80C80EE9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EE5C64-3F4F-3B2D-B82A-A0A4E3D7A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14" y="3910717"/>
            <a:ext cx="6725589" cy="8764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36884E-9BFD-75D2-1687-2EB58E1B3984}"/>
              </a:ext>
            </a:extLst>
          </p:cNvPr>
          <p:cNvSpPr txBox="1"/>
          <p:nvPr/>
        </p:nvSpPr>
        <p:spPr>
          <a:xfrm>
            <a:off x="691078" y="5581401"/>
            <a:ext cx="6115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Exercise 2</a:t>
            </a:r>
            <a:r>
              <a:rPr lang="en-GB" dirty="0"/>
              <a:t>: Write a program that asks for two numbers, converts them to integers, and prints their sum.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8518283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DFB-76B4-0742-95DB-20940F23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 in Python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D42AC-DAE8-F353-BA6F-B2328E5D9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b="1" dirty="0"/>
              <a:t>print()</a:t>
            </a:r>
            <a:r>
              <a:rPr lang="en-GB" dirty="0"/>
              <a:t> to display information.</a:t>
            </a:r>
          </a:p>
          <a:p>
            <a:r>
              <a:rPr lang="en-GB" dirty="0"/>
              <a:t>Multiple arguments in </a:t>
            </a:r>
            <a:r>
              <a:rPr lang="en-GB" b="1" dirty="0"/>
              <a:t>print()</a:t>
            </a:r>
          </a:p>
          <a:p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E2092-2198-E84C-C509-25918B92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ADF9D-BE7D-F0F3-9C35-93AACBFE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92E48-2230-1F83-FDB9-221C80D8F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692084-4669-A2D6-D6B1-EEA90B1DC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73" y="3429000"/>
            <a:ext cx="5296639" cy="1257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A5918F-7E20-2785-AFE3-89D4B68D7E3A}"/>
              </a:ext>
            </a:extLst>
          </p:cNvPr>
          <p:cNvSpPr txBox="1"/>
          <p:nvPr/>
        </p:nvSpPr>
        <p:spPr>
          <a:xfrm>
            <a:off x="1019273" y="4997778"/>
            <a:ext cx="6115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Exercise 3</a:t>
            </a:r>
            <a:r>
              <a:rPr lang="en-GB" dirty="0"/>
              <a:t>: Write a program that asks for the user's name and favourite colour, then prints them in a sentence.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3832771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3FCB-E648-5BCF-D04B-03EADBBB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Formatting Strings with Concatenation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BE0B1-6BC3-7D08-0327-51262E140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String concatenation </a:t>
            </a:r>
            <a:r>
              <a:rPr lang="en-GB" dirty="0"/>
              <a:t>using  </a:t>
            </a:r>
            <a:r>
              <a:rPr lang="en-GB" sz="3600" dirty="0"/>
              <a:t>+</a:t>
            </a:r>
          </a:p>
          <a:p>
            <a:endParaRPr lang="en-GB" sz="3600" dirty="0"/>
          </a:p>
          <a:p>
            <a:endParaRPr lang="en-GB" sz="3600" dirty="0"/>
          </a:p>
          <a:p>
            <a:endParaRPr lang="en-GB" sz="3600" dirty="0"/>
          </a:p>
          <a:p>
            <a:r>
              <a:rPr lang="en-GB" sz="3000" dirty="0"/>
              <a:t>Limitations: Using + can get messy for complex outputs.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DE6E5-0A31-E2DB-6632-8476ACCF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B87EB-CC0F-9D81-6744-D3C67139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AE81D-B4E8-C1B9-C936-7D4E2B42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BCAC0D-3884-AC2D-4479-6E3448816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3" y="3138871"/>
            <a:ext cx="10183646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0958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FFB4C-E9D9-53D4-5E34-FA7CC0D20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String Formatting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E7799-BB49-2003-ACA2-CEBE8DDE2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Formatted Strings (f-strings)</a:t>
            </a:r>
            <a:r>
              <a:rPr lang="en-GB" dirty="0"/>
              <a:t>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Advantages</a:t>
            </a:r>
            <a:r>
              <a:rPr lang="en-GB" dirty="0"/>
              <a:t>: Cleaner and easier to read than concatenation.</a:t>
            </a:r>
          </a:p>
          <a:p>
            <a:r>
              <a:rPr lang="en-GB" b="1" dirty="0"/>
              <a:t>Exercise 4</a:t>
            </a:r>
            <a:r>
              <a:rPr lang="en-GB" dirty="0"/>
              <a:t>: Modify your previous program to use f-strings.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AC5C7-391F-334B-A324-6B04D175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73B3D-71BF-2103-2A9B-ABD5A830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86AC3-A8C3-D61C-73C8-7E0DA968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718B40-A17C-5760-FDA2-96341B066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51" y="3010877"/>
            <a:ext cx="7725853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1338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F7B9-3BD9-F1E4-D7C2-52B1608AD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Formatting with </a:t>
            </a:r>
            <a:r>
              <a:rPr lang="en-GB" dirty="0">
                <a:latin typeface="Abadi Extra Light" panose="020F0502020204030204" pitchFamily="34" charset="0"/>
              </a:rPr>
              <a:t>format()</a:t>
            </a:r>
            <a:endParaRPr lang="en-PK" dirty="0">
              <a:latin typeface="Abadi Extra Light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9354-1971-9BD0-9AFF-8EE2626F1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GB" dirty="0"/>
              <a:t>Works similarly to </a:t>
            </a:r>
            <a:r>
              <a:rPr lang="en-GB" b="1" dirty="0"/>
              <a:t>f-strings</a:t>
            </a:r>
            <a:r>
              <a:rPr lang="en-GB" dirty="0"/>
              <a:t> but without </a:t>
            </a:r>
            <a:r>
              <a:rPr lang="en-GB" b="1" dirty="0"/>
              <a:t>embedding variables </a:t>
            </a:r>
            <a:r>
              <a:rPr lang="en-GB" dirty="0"/>
              <a:t>directly.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4177B-6D94-96A3-71A3-38362B0E0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9F64-254E-5099-0712-F3A0AABB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F39E2-1F84-D589-0208-E49193B2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B954FA-C0D3-6BF3-E20F-1EB78E515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90" y="2852657"/>
            <a:ext cx="9373908" cy="1152686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1766EC8B-8A48-C841-B6FA-7CFA50E02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87" y="5200551"/>
            <a:ext cx="108173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Exercise 5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Write a program that asks for the user's </a:t>
            </a:r>
            <a:r>
              <a:rPr kumimoji="0" lang="en-PK" altLang="en-PK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favorite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hobby and prints a message using </a:t>
            </a:r>
            <a:r>
              <a:rPr kumimoji="0" lang="en-PK" altLang="en-PK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format()</a:t>
            </a:r>
            <a:r>
              <a:rPr kumimoji="0" lang="en-PK" altLang="en-PK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37739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D290-96C4-8B10-8EEC-F621CFFCB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Padding and Alignment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6EFB8-3BA5-CD13-31BF-645FD1A49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Adding Padding</a:t>
            </a:r>
            <a:r>
              <a:rPr lang="en-GB" dirty="0"/>
              <a:t>: Useful when aligning text or numbers in a specific format.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528CD-A016-AE95-C8A6-2FA8FBAB6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6B0-201F-ADC9-6C15-5115E2BE4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6AEC2-EE42-774C-DB25-E6D531B3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78C8E5-3AB4-9ADB-02A1-AB9E57E29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21" y="2903374"/>
            <a:ext cx="5706271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9549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31CE-8816-142B-756F-0A7CC61DB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Methods for Formatting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93913-93A2-F81A-352A-8714289B2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Common String Methods:</a:t>
            </a:r>
          </a:p>
          <a:p>
            <a:pPr lvl="1"/>
            <a:r>
              <a:rPr lang="en-GB" sz="2000" b="1" dirty="0"/>
              <a:t>upper(): </a:t>
            </a:r>
            <a:r>
              <a:rPr lang="en-GB" sz="2000" dirty="0"/>
              <a:t>Converts a string to uppercase.</a:t>
            </a:r>
          </a:p>
          <a:p>
            <a:pPr lvl="1"/>
            <a:r>
              <a:rPr lang="en-GB" sz="2000" b="1" dirty="0"/>
              <a:t>lower(): </a:t>
            </a:r>
            <a:r>
              <a:rPr lang="en-GB" sz="2000" dirty="0"/>
              <a:t>Converts a string to lowercase.</a:t>
            </a:r>
          </a:p>
          <a:p>
            <a:pPr lvl="1"/>
            <a:r>
              <a:rPr lang="en-GB" sz="2000" b="1" dirty="0"/>
              <a:t>title(): </a:t>
            </a:r>
            <a:r>
              <a:rPr lang="en-GB" sz="2000" dirty="0"/>
              <a:t>Capitalizes the first letter of each word.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B5272-B9C9-D472-E587-2AC978591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23BE8-5B18-B9E7-8277-2151690E7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F0D11-7C40-306B-53DA-B2C285CE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2A541-2BCF-4EEF-4ACE-8A9AC3E6D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21" y="4115076"/>
            <a:ext cx="4239217" cy="11717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FE8855-3CC6-3F91-BFD0-3DBFF0C1DC05}"/>
              </a:ext>
            </a:extLst>
          </p:cNvPr>
          <p:cNvSpPr txBox="1"/>
          <p:nvPr/>
        </p:nvSpPr>
        <p:spPr>
          <a:xfrm>
            <a:off x="4047345" y="5464288"/>
            <a:ext cx="6115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Exercise 7</a:t>
            </a:r>
            <a:r>
              <a:rPr lang="en-GB" dirty="0"/>
              <a:t>: Write a program that asks for a sentence and prints it in uppercase, lowercase, and title case.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0785805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BDED-071F-6F00-9FCC-CF690035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Slicing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E33E1-30EF-3A4E-A55F-1C953CF18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Accessing parts of a string: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86317-D4E5-0297-9E07-3A5506A1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4B9F7-4EB8-C729-4C98-C72E0763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8454-486D-D972-E005-DCABDB66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971981-ADF3-98AC-635D-8F9795FD8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33" y="2908386"/>
            <a:ext cx="3324689" cy="11050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FE5B83-EF15-AAB5-D5EC-26123EBC643F}"/>
              </a:ext>
            </a:extLst>
          </p:cNvPr>
          <p:cNvSpPr txBox="1"/>
          <p:nvPr/>
        </p:nvSpPr>
        <p:spPr>
          <a:xfrm>
            <a:off x="899410" y="4284735"/>
            <a:ext cx="6115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Exercise 11</a:t>
            </a:r>
            <a:r>
              <a:rPr lang="en-GB" dirty="0"/>
              <a:t>: Write a program that asks for the user's full name and prints just the first name and the last name using slicing.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7514937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0320-33A9-66C6-BA37-ED287579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Complex Exercise</a:t>
            </a:r>
            <a:endParaRPr lang="en-PK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8AD2F9C-E418-BFD7-A227-B21F2CD42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6316" y="2240875"/>
            <a:ext cx="6746021" cy="364195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EADD3-2874-2B61-2B4B-525C5ABC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58014-5A86-1695-FCAA-6FB79A69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FDD8C-318C-9622-DE75-184D0725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112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755D-D1BC-0993-7BD5-8CF5263B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Wrap-Up &amp; Q&amp;A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31EA3-BA3D-AFD8-4682-6CB93BFCA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Summary:</a:t>
            </a:r>
            <a:r>
              <a:rPr lang="en-GB" dirty="0"/>
              <a:t> Reviewed input, output, string methods, and formatting.</a:t>
            </a:r>
          </a:p>
          <a:p>
            <a:endParaRPr lang="en-GB" dirty="0"/>
          </a:p>
          <a:p>
            <a:r>
              <a:rPr lang="en-GB" dirty="0"/>
              <a:t>Share your </a:t>
            </a:r>
            <a:r>
              <a:rPr lang="en-GB" b="1" dirty="0"/>
              <a:t>experiences</a:t>
            </a:r>
            <a:r>
              <a:rPr lang="en-GB" dirty="0"/>
              <a:t> or issues with the </a:t>
            </a:r>
            <a:r>
              <a:rPr lang="en-GB" b="1" dirty="0"/>
              <a:t>exercises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/>
              <a:t>Any questions?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FAA82-FEFE-C8A9-F707-42E8AA0C9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0BE0C-E037-78D4-2B51-C61E98846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A4295-A0C6-8D59-F0A0-0DD29262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5035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9CD926-C4DA-30A8-A998-1B507796C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7899" y="676229"/>
            <a:ext cx="6487763" cy="597950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E453-CB6F-F10C-D41E-D6265E9E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E76CF-5022-C4B6-591C-907A300E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A6148-96E0-C95B-B1E0-022AF78A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81648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e1f2001-7a2a-475f-99ed-f287c302d85e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6209</TotalTime>
  <Words>590</Words>
  <Application>Microsoft Office PowerPoint</Application>
  <PresentationFormat>Widescreen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Abadi Extra Light</vt:lpstr>
      <vt:lpstr>Aptos</vt:lpstr>
      <vt:lpstr>Arial</vt:lpstr>
      <vt:lpstr>Arial Unicode MS</vt:lpstr>
      <vt:lpstr>Grandview</vt:lpstr>
      <vt:lpstr>Wingdings</vt:lpstr>
      <vt:lpstr>CosineVTI</vt:lpstr>
      <vt:lpstr>Peoples Information Technology Program (PITP)</vt:lpstr>
      <vt:lpstr>Learning Objectives</vt:lpstr>
      <vt:lpstr>Review of Previous Sessions</vt:lpstr>
      <vt:lpstr>Input in Python</vt:lpstr>
      <vt:lpstr>Data Type Conversion with Input</vt:lpstr>
      <vt:lpstr>Output in Python</vt:lpstr>
      <vt:lpstr>Formatting Strings with Concatenation</vt:lpstr>
      <vt:lpstr>Introduction to String Formatting</vt:lpstr>
      <vt:lpstr>String Formatting with format()</vt:lpstr>
      <vt:lpstr>Padding and Alignment</vt:lpstr>
      <vt:lpstr>String Methods for Formatting</vt:lpstr>
      <vt:lpstr>String Slicing</vt:lpstr>
      <vt:lpstr>Complex Exercise</vt:lpstr>
      <vt:lpstr>Wrap-Up &amp; Q&amp;A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106</cp:revision>
  <dcterms:created xsi:type="dcterms:W3CDTF">2024-09-22T16:39:41Z</dcterms:created>
  <dcterms:modified xsi:type="dcterms:W3CDTF">2025-01-19T15:28:50Z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