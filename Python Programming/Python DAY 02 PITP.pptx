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Peoples Information Technology Program (PITP)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9/24/2024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9/24/2024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Peoples Information Technology Program (PITP)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9726" y="722903"/>
            <a:ext cx="5415521" cy="2706098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600" dirty="0"/>
              <a:t>Peoples Information Technology Program (PITP)—Week 01, Day 02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Introduction to Python &amp; Programming Concepts</a:t>
            </a:r>
          </a:p>
          <a:p>
            <a:endParaRPr lang="en-GB" dirty="0"/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 e 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BB7A0-DA67-F883-6327-86A8EE39A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20C70-185C-1F1F-AB13-173581EC1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  <a:p>
            <a:r>
              <a:rPr lang="en-GB" dirty="0"/>
              <a:t>Variables</a:t>
            </a:r>
          </a:p>
          <a:p>
            <a:r>
              <a:rPr lang="en-GB" dirty="0"/>
              <a:t>Data Types</a:t>
            </a:r>
          </a:p>
          <a:p>
            <a:r>
              <a:rPr lang="en-GB" dirty="0"/>
              <a:t>Casting</a:t>
            </a:r>
          </a:p>
          <a:p>
            <a:r>
              <a:rPr lang="en-GB" dirty="0"/>
              <a:t>Arithmetic Operators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BE7C5-F7D7-DEAA-95AB-853FEED1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9D1D-5121-4174-9DC6-4EB2ACDE9EBB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67CA8-16BF-D4F6-6E56-BFBB4A703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EDC73-D218-989C-EC8F-E0870D16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0042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01147-D172-B6D9-4475-F78A3A56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3D08-78F1-80CF-1EEA-F18BAFE32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/>
              <a:t>Understand how variables work.</a:t>
            </a:r>
          </a:p>
          <a:p>
            <a:endParaRPr lang="en-GB" sz="2400" dirty="0"/>
          </a:p>
          <a:p>
            <a:r>
              <a:rPr lang="en-GB" sz="2400" dirty="0"/>
              <a:t>Perform arithmetic operations in Python.</a:t>
            </a:r>
          </a:p>
          <a:p>
            <a:endParaRPr lang="en-GB" sz="2400" dirty="0"/>
          </a:p>
          <a:p>
            <a:r>
              <a:rPr lang="en-GB" sz="2400" dirty="0"/>
              <a:t>Use Python for real-world calculations.</a:t>
            </a:r>
          </a:p>
          <a:p>
            <a:endParaRPr lang="en-GB" sz="2400" dirty="0"/>
          </a:p>
          <a:p>
            <a:r>
              <a:rPr lang="en-GB" sz="2400" dirty="0"/>
              <a:t>Explore different data types and operations</a:t>
            </a:r>
            <a:r>
              <a:rPr lang="en-GB" dirty="0"/>
              <a:t>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E674B-892F-9D40-7A8E-5BA84299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B2CC8-1C73-C94C-9E78-8DD8F2006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B3EFC-3B75-6240-66B1-84C9478F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1198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7B319-7C73-052E-9DD5-F0C812299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1B022-DFE0-7D6F-CD6F-26CE0EB3A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What are variables?</a:t>
            </a:r>
            <a:r>
              <a:rPr lang="en-GB" dirty="0"/>
              <a:t> Variables store data values.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DEAA6-0DCE-4B5B-CA32-AFE767289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A94A1-B081-0BF9-B263-4F7DCB1A3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729CC-C623-E598-9902-77E83B00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066160-B03D-9B54-5C90-069BFAD68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133" y="3116478"/>
            <a:ext cx="3686689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8809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42B06-3533-52B6-EBAD-A7168C78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Types in Python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54D7C-8805-C234-B670-0FF9D2EC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94CB0-B2F4-92BC-3EFC-D2F182DE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C959-D3B3-CCAF-05AC-01E91F5FF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7604286-DCC6-516D-16ED-36441A483F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1079" y="2706582"/>
            <a:ext cx="7634911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Data Types:</a:t>
            </a:r>
            <a:endParaRPr kumimoji="0" lang="en-GB" altLang="en-P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Integers</a:t>
            </a: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Whole numbers (e.g., 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lang="en-GB" altLang="en-PK" sz="3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Floats</a:t>
            </a: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Decimal numbers (e.g., 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3.14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10.5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Strings</a:t>
            </a: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Text (e.g., 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"Hello, World!"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PK" altLang="en-PK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Booleans</a:t>
            </a:r>
            <a:r>
              <a:rPr kumimoji="0" lang="en-PK" altLang="en-PK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True/False values (e.g., 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False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PK" altLang="en-PK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2F28A0-55B6-A7B6-9D85-7F00142C1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325" y="2320765"/>
            <a:ext cx="4591691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18506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Right Triangle 87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Right Triangle 90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A2DC5-B5B4-2274-039E-3D2B26A2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4"/>
            <a:ext cx="5408713" cy="141037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Checking Data Types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00876A8-A907-0904-6C80-D9721B3D5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948" y="727259"/>
            <a:ext cx="4433253" cy="14060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R="0" lvl="0" defTabSz="914400" fontAlgn="base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Clr>
                <a:schemeClr val="tx2">
                  <a:lumMod val="50000"/>
                  <a:lumOff val="50000"/>
                </a:schemeClr>
              </a:buClr>
              <a:buSzPct val="75000"/>
              <a:tabLst/>
            </a:pPr>
            <a:r>
              <a:rPr kumimoji="0" lang="en-US" altLang="en-PK" sz="24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Use type() function</a:t>
            </a:r>
            <a:r>
              <a:rPr kumimoji="0" lang="en-US" altLang="en-PK" sz="24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</a:rPr>
              <a:t>: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F2FA78-E22D-BD6A-081A-229F48482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74" y="2827123"/>
            <a:ext cx="10325589" cy="282775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B97CC-950B-3639-3CFE-3B5C2C4590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DFF17-402B-7C42-730B-06DA5A450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Peoples Information Technology Program (PITP)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8AD89-0356-82CB-FEE6-189ED3A27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4608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0" y="205909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E321A7-002B-A3DF-D09F-9C2F96CF4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3" y="721945"/>
            <a:ext cx="10611627" cy="1916619"/>
          </a:xfrm>
        </p:spPr>
        <p:txBody>
          <a:bodyPr>
            <a:normAutofit/>
          </a:bodyPr>
          <a:lstStyle/>
          <a:p>
            <a:r>
              <a:rPr lang="en-GB" dirty="0"/>
              <a:t>Arithmetic Operations in Python</a:t>
            </a:r>
            <a:endParaRPr lang="en-PK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5565D95-91B0-9801-3913-1DCEB334A6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1078" y="2893475"/>
            <a:ext cx="4981486" cy="324257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PK" altLang="en-PK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Basic Operations</a:t>
            </a: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Addition (</a:t>
            </a:r>
            <a:r>
              <a:rPr kumimoji="0" lang="en-GB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+)</a:t>
            </a:r>
            <a:endParaRPr kumimoji="0" lang="en-PK" altLang="en-PK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Subtraction (</a:t>
            </a:r>
            <a:r>
              <a:rPr kumimoji="0" lang="en-GB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-)</a:t>
            </a:r>
            <a:endParaRPr kumimoji="0" lang="en-PK" altLang="en-PK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Multiplication (</a:t>
            </a:r>
            <a:r>
              <a:rPr kumimoji="0" lang="en-GB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*)</a:t>
            </a:r>
            <a:endParaRPr kumimoji="0" lang="en-PK" altLang="en-PK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PK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Division (</a:t>
            </a:r>
            <a:r>
              <a:rPr kumimoji="0" lang="en-GB" altLang="en-PK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/)</a:t>
            </a:r>
            <a:endParaRPr kumimoji="0" lang="en-PK" altLang="en-PK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PK" altLang="en-PK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003FB21-99B6-6141-82BD-D73952D728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6000" y="3338244"/>
            <a:ext cx="5411775" cy="234413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25C6B-2C9B-A7C3-9BA3-9D6DF9CF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 smtClean="0"/>
              <a:pPr>
                <a:spcAft>
                  <a:spcPts val="600"/>
                </a:spcAft>
              </a:pPr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38032-7441-C23A-70B9-E6C5BC52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B9A79-4594-0AC6-BFC6-08CA4249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0415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AD2FD-09DD-04BA-55EC-F71C0287E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4"/>
            <a:ext cx="5408713" cy="141037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Advanced Arithmetic Operations</a:t>
            </a:r>
          </a:p>
        </p:txBody>
      </p:sp>
      <p:pic>
        <p:nvPicPr>
          <p:cNvPr id="8" name="Content Placeholder 7" descr="A group of numbers and symbols&#10;&#10;Description automatically generated">
            <a:extLst>
              <a:ext uri="{FF2B5EF4-FFF2-40B4-BE49-F238E27FC236}">
                <a16:creationId xmlns:a16="http://schemas.microsoft.com/office/drawing/2014/main" id="{66974F78-C7D3-F0CE-CD29-736522B070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74" y="2963208"/>
            <a:ext cx="10325589" cy="255558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0579F-FC91-4113-497B-28D5E7AD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29D1B-AD13-F02A-3495-C8DB503EE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Peoples Information Technology Program (PITP)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7E12E-0730-BED4-14F1-C2D6363B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9347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C3E60-7C9B-EBD7-7855-DED0A646C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Input and Calculations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635A9-8CC6-46C5-E9C8-66583C914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Getting input from the user:</a:t>
            </a:r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Input as different data types (e.g., int(), float()).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D422E-E0AB-3237-394C-7456C456F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5B2A8-254D-7D81-9C96-6D54E108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30176-EE19-44E5-7DF3-F904BAE4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AC2DA2-07F6-FC08-8B44-584ABA955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17" y="3274505"/>
            <a:ext cx="6878010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59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01FD0-635C-F681-FC8D-B384E82D2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1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DE202-2841-C2BB-63A8-2AE3CC302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/>
              <a:t>Task</a:t>
            </a:r>
            <a:r>
              <a:rPr lang="en-GB" sz="2400" dirty="0"/>
              <a:t>: Write a program that asks the user for two numbers, then calculates and displays: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The sum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The difference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The product</a:t>
            </a:r>
          </a:p>
          <a:p>
            <a:pPr>
              <a:buFont typeface="+mj-lt"/>
              <a:buAutoNum type="arabicPeriod"/>
            </a:pPr>
            <a:r>
              <a:rPr lang="en-GB" sz="2400" dirty="0"/>
              <a:t>The quotient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6135-F1DA-6A91-1D19-DD1C31AF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27F91-B867-82E3-A7DA-141137842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48DE-BC58-7331-8A73-934142608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48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5FE53-1384-810E-06FB-764591EA7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Combining Strings and Numbers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D1FF8-644A-7A3E-8BEA-2E6B9128E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String Concatenation with Numbers</a:t>
            </a:r>
            <a:r>
              <a:rPr lang="en-GB" dirty="0"/>
              <a:t>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Using f-strings</a:t>
            </a:r>
            <a:r>
              <a:rPr lang="en-GB" dirty="0"/>
              <a:t> (recommended):</a:t>
            </a:r>
          </a:p>
          <a:p>
            <a:endParaRPr lang="en-GB" dirty="0"/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32FC3-7EDD-A4D8-CB1B-161BA29A6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B036A-DC53-86E5-2ADF-F7EC6A43D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FBEB1-1165-3F19-D2A9-21F4C933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1E50A80-4FAB-4A24-4095-3A92FF18C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35" y="2819315"/>
            <a:ext cx="10250330" cy="12193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6FF25BB-7223-F940-3155-CE638DC58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35" y="4912935"/>
            <a:ext cx="7573432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2003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1A9E-A393-CF59-DBF9-8B9A20B27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2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D3102-F853-1404-AE1F-F050CD400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asks for the user’s name and age, then calculates how many years are left until they turn 100 and prints a message.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8EEBB-76CE-A22D-5B62-F02454B4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785C9-B5F4-17B4-720A-D7727BF6E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29307-9F53-CA61-9509-1218AE5C3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0511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1725-83DC-9D9D-CD9F-B9517FBC7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Type Conversion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67581-88CE-1123-20DC-898255145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Converting between types:</a:t>
            </a:r>
          </a:p>
          <a:p>
            <a:pPr lvl="1"/>
            <a:r>
              <a:rPr lang="en-GB" sz="2800" dirty="0"/>
              <a:t>Convert to integer:</a:t>
            </a:r>
            <a:r>
              <a:rPr lang="en-GB" dirty="0"/>
              <a:t> </a:t>
            </a:r>
            <a:r>
              <a:rPr lang="en-GB" b="1" dirty="0"/>
              <a:t>int()</a:t>
            </a:r>
          </a:p>
          <a:p>
            <a:pPr lvl="1"/>
            <a:r>
              <a:rPr lang="en-GB" sz="2800" dirty="0"/>
              <a:t>Convert to float:</a:t>
            </a:r>
            <a:r>
              <a:rPr lang="en-GB" dirty="0"/>
              <a:t> </a:t>
            </a:r>
            <a:r>
              <a:rPr lang="en-GB" b="1" dirty="0"/>
              <a:t>float()</a:t>
            </a:r>
          </a:p>
          <a:p>
            <a:pPr lvl="1"/>
            <a:r>
              <a:rPr lang="en-GB" sz="2800" dirty="0"/>
              <a:t>Convert to string</a:t>
            </a:r>
            <a:r>
              <a:rPr lang="en-GB" dirty="0"/>
              <a:t>: </a:t>
            </a:r>
            <a:r>
              <a:rPr lang="en-GB" b="1" dirty="0"/>
              <a:t>str()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0E104-F72D-9AFC-2BE1-D23D73E66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80239-14D4-7311-A733-5295C8469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BA31E-4CEF-C090-1DC7-8FBD6CF8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5660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1ACB-3994-77A8-59B8-6BA0523B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3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ECB91-46C2-C223-37E5-F4F1F9300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Task</a:t>
            </a:r>
            <a:r>
              <a:rPr lang="en-GB" dirty="0"/>
              <a:t>: Write a program that takes two inputs, converts them to floats, and calculates the area of a rectangle.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E0517-D979-0154-61C4-72CA9885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DF5EB-7236-A2BE-3E82-57BAE0B3E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79928-532D-4784-83F3-5C80FEB0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9712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B41AD-726D-CC42-7495-A52E6C6B1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and Q&amp;A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A25A4-48FE-6AD4-1F78-A684A114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1D9B3-35F7-212D-C347-25085BD0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Peoples Information Technology Program (PITP)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EFA6C-AA27-4064-7C75-BA4E909A8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0D369ED-5FBF-B2DC-B25B-B87BB679BA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We covered variables, data types, arithmetic operations, and user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 questions?</a:t>
            </a:r>
            <a:r>
              <a:rPr kumimoji="0" lang="en-PK" altLang="en-PK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272915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028091-2C71-4358-873E-63FAA6926BD7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5e1f2001-7a2a-475f-99ed-f287c302d85e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1482</TotalTime>
  <Words>474</Words>
  <Application>Microsoft Office PowerPoint</Application>
  <PresentationFormat>Widescreen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Arial Unicode MS</vt:lpstr>
      <vt:lpstr>Grandview</vt:lpstr>
      <vt:lpstr>Wingdings</vt:lpstr>
      <vt:lpstr>CosineVTI</vt:lpstr>
      <vt:lpstr>Peoples Information Technology Program (PITP)—Week 01, Day 02</vt:lpstr>
      <vt:lpstr>Contents</vt:lpstr>
      <vt:lpstr>Learning Objectives</vt:lpstr>
      <vt:lpstr>Variable</vt:lpstr>
      <vt:lpstr>Data Types in Python</vt:lpstr>
      <vt:lpstr>Checking Data Types</vt:lpstr>
      <vt:lpstr>Arithmetic Operations in Python</vt:lpstr>
      <vt:lpstr>Advanced Arithmetic Operations</vt:lpstr>
      <vt:lpstr>User Input and Calculations</vt:lpstr>
      <vt:lpstr>Exercise 1</vt:lpstr>
      <vt:lpstr>Combining Strings and Numbers</vt:lpstr>
      <vt:lpstr>Exercise 2</vt:lpstr>
      <vt:lpstr>Data Type Conversion</vt:lpstr>
      <vt:lpstr>Exercise 3</vt:lpstr>
      <vt:lpstr>Recap and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64</cp:revision>
  <dcterms:created xsi:type="dcterms:W3CDTF">2024-09-22T16:39:41Z</dcterms:created>
  <dcterms:modified xsi:type="dcterms:W3CDTF">2024-09-25T03:53:49Z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