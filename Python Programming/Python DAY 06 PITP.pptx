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34"/>
  </p:notesMasterIdLst>
  <p:sldIdLst>
    <p:sldId id="256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1" r:id="rId17"/>
    <p:sldId id="292" r:id="rId18"/>
    <p:sldId id="290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24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01/10/2024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10/1/2024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10/1/2024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891" y="722903"/>
            <a:ext cx="6118703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600" dirty="0"/>
              <a:t>Python Programming Bootcamp - Week 2, Day 2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Loops – Introduction to for Loops</a:t>
            </a:r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 e 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8D31A-4EEC-F351-0958-7F93B8EB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C7E2-BD7F-D557-89B9-09963BB12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how for loops work in Python.</a:t>
            </a:r>
          </a:p>
          <a:p>
            <a:endParaRPr lang="en-GB" dirty="0"/>
          </a:p>
          <a:p>
            <a:r>
              <a:rPr lang="en-GB" dirty="0"/>
              <a:t>Learn the syntax of for loops and how to use them for iteration.</a:t>
            </a:r>
          </a:p>
          <a:p>
            <a:endParaRPr lang="en-GB" dirty="0"/>
          </a:p>
          <a:p>
            <a:r>
              <a:rPr lang="en-GB" dirty="0"/>
              <a:t>Explore practical uses of for loops to automate repetitive tasks.</a:t>
            </a:r>
          </a:p>
          <a:p>
            <a:endParaRPr lang="en-GB" dirty="0"/>
          </a:p>
          <a:p>
            <a:r>
              <a:rPr lang="en-GB" dirty="0"/>
              <a:t>Differentiate between while loops and for loops.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2AC4B-80A5-51FA-94F4-2BC1FB333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6F3E8-E0F5-ACE3-C85F-D834F24E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1BC09-1900-70BB-34F8-10E21E90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9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C50E9-6E76-5E52-3514-A07AFE82A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for Loop?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164EB-E44C-29B8-A1A9-95B1BEA7E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Definition:</a:t>
            </a:r>
            <a:r>
              <a:rPr lang="en-GB" dirty="0"/>
              <a:t> A for loop is used to iterate over a sequence (such as a list, string, or range) and execute a block of code for each element in the sequence.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Why Use for Loops?</a:t>
            </a:r>
            <a:r>
              <a:rPr lang="en-GB" dirty="0"/>
              <a:t> Simplifies code when you need to repeat actions for every item in a sequence or range of numbers.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EB8A5-19D1-9876-F39C-110EE990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789B3-9F1B-400F-292C-0E894C114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D9AFE-FDDF-B2DA-B851-833BE37A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5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9D34D-4FE9-4958-D5B4-5119C6E2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 Loop Syntax and 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E6E8E-F395-7A7D-0E30-2D2159390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Syntax: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Example: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8AFEC-134F-EDFE-8280-997FB2835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82839-09F0-7498-2ED8-C6E35591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A33D0-7820-FDA6-F508-304160AC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A0820E-402B-13EB-CA98-1F725BC9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17" y="2844820"/>
            <a:ext cx="7361322" cy="7757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705581-D31A-8DED-036A-238A74B99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58" y="4357998"/>
            <a:ext cx="2762636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723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548CA-ADD4-6F62-BB7D-CDEA9917C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for Loops Work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CA828-B52D-5BBA-C8EA-ECA65EE25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Visualize the Iteration</a:t>
            </a:r>
            <a:r>
              <a:rPr lang="en-GB" dirty="0"/>
              <a:t>:</a:t>
            </a:r>
          </a:p>
          <a:p>
            <a:r>
              <a:rPr lang="en-GB" dirty="0"/>
              <a:t>The for loop picks the first item from the sequence, assigns it to the loop variable, runs the code, then moves to the next item in the sequence.</a:t>
            </a:r>
          </a:p>
          <a:p>
            <a:r>
              <a:rPr lang="en-GB" b="1" dirty="0"/>
              <a:t>Example with a List</a:t>
            </a:r>
            <a:r>
              <a:rPr lang="en-GB" dirty="0"/>
              <a:t>: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7E2EF-29D5-5887-DDD1-E2A2CB8DA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6CD1B-773E-8DFA-B522-9D3685626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A9051-E747-71FF-E963-9C0CA608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F9A273-521F-FA2D-41B6-79986CC25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21" y="4224629"/>
            <a:ext cx="4525006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01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322D8-9EE0-EA87-7F16-9AD131848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range() Function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22560-C2D5-BB4A-071D-245D700A4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What is range()? </a:t>
            </a:r>
            <a:r>
              <a:rPr lang="en-GB" dirty="0"/>
              <a:t> A function used to generate a sequence of numbers, commonly used in for loops.</a:t>
            </a:r>
          </a:p>
          <a:p>
            <a:pPr lvl="1"/>
            <a:r>
              <a:rPr lang="en-GB" dirty="0"/>
              <a:t>range(</a:t>
            </a:r>
            <a:r>
              <a:rPr lang="en-GB" dirty="0">
                <a:solidFill>
                  <a:srgbClr val="00B050"/>
                </a:solidFill>
              </a:rPr>
              <a:t>start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stop</a:t>
            </a:r>
            <a:r>
              <a:rPr lang="en-GB" dirty="0"/>
              <a:t>, </a:t>
            </a:r>
            <a:r>
              <a:rPr lang="en-GB" dirty="0">
                <a:solidFill>
                  <a:srgbClr val="00B0F0"/>
                </a:solidFill>
              </a:rPr>
              <a:t>step</a:t>
            </a:r>
            <a:r>
              <a:rPr lang="en-GB" dirty="0"/>
              <a:t>)</a:t>
            </a:r>
          </a:p>
          <a:p>
            <a:r>
              <a:rPr lang="en-GB" b="1" dirty="0"/>
              <a:t>start</a:t>
            </a:r>
            <a:r>
              <a:rPr lang="en-GB" dirty="0"/>
              <a:t>: The starting number (default is 0).</a:t>
            </a:r>
          </a:p>
          <a:p>
            <a:r>
              <a:rPr lang="en-GB" b="1" dirty="0"/>
              <a:t>stop</a:t>
            </a:r>
            <a:r>
              <a:rPr lang="en-GB" dirty="0"/>
              <a:t>: The number at which the sequence stops (exclusive).</a:t>
            </a:r>
          </a:p>
          <a:p>
            <a:r>
              <a:rPr lang="en-GB" b="1" dirty="0"/>
              <a:t>step</a:t>
            </a:r>
            <a:r>
              <a:rPr lang="en-GB" dirty="0"/>
              <a:t>: The increment between numbers (default is 1).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B805E-C854-4BF2-6E48-60FA5ABC2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9D999-5447-8B08-CEF7-9E0388B0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DDC36-C085-02D4-3094-B6FE4E12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4C174D-E39E-5EAA-3A3B-975F397AE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002" y="5019503"/>
            <a:ext cx="2800741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F5D6-534B-D1A2-544D-B1E25A15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1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893FE-7F1E-304F-588F-B53B5020B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prints all numbers from 1 to 10 using a for loop and range().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Hint</a:t>
            </a:r>
            <a:r>
              <a:rPr lang="en-GB" dirty="0"/>
              <a:t>: Use range(1, 11) to include numbers from 1 to 10.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1B11D-C6F3-0D39-7964-DB4941A65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6E766-2781-0AA4-FEEA-7E696913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45441-EA09-074D-8270-09408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31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88CA3-D1D6-B5FC-2226-ECF56CC0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Looping Over Strings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E6705-0EEA-D845-3D51-6963C2410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Explanation</a:t>
            </a:r>
            <a:r>
              <a:rPr lang="en-GB" dirty="0"/>
              <a:t>: Strings are sequences, so you can use a for loop to iterate over each character in a string.</a:t>
            </a:r>
          </a:p>
          <a:p>
            <a:endParaRPr lang="en-GB" dirty="0"/>
          </a:p>
          <a:p>
            <a:r>
              <a:rPr lang="en-GB" b="1" dirty="0"/>
              <a:t>Example: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EFD34-7C45-86BB-85AC-65B995DC2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EA80B-1464-6F74-4697-49C70F489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1F7DD-2B02-F85F-6E21-71BCD6B5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CC6005-0418-F58D-B75A-90B4D3EBA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023" y="4459584"/>
            <a:ext cx="3534268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719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38758-0884-7F6B-9304-DDCFA9605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Looping Over Lists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17CC3-2933-77FB-EA88-433F78A6B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Example: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Exercise</a:t>
            </a:r>
            <a:r>
              <a:rPr lang="en-GB" dirty="0"/>
              <a:t>: Modify the code to greet each city by adding the text "Welcome to" before the city name.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EA1B4-87B8-BDB6-974F-34B57ADE3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DB330-F28B-1740-0F0F-EF1601D7A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83AEB-123D-793D-F9FE-40755980C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DB9D89-6B3C-0CFB-445B-ECC82CA5B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944" y="3249035"/>
            <a:ext cx="4744112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48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9D50-8A33-54A3-D889-6511B011D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2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CC89F-17DC-C63F-7CE2-02D7B4E40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prints the square of every number from 1 to 10 using a for loop and range().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Hint:</a:t>
            </a:r>
            <a:r>
              <a:rPr lang="en-GB" dirty="0"/>
              <a:t> Use print(</a:t>
            </a:r>
            <a:r>
              <a:rPr lang="en-GB" dirty="0" err="1"/>
              <a:t>num</a:t>
            </a:r>
            <a:r>
              <a:rPr lang="en-GB" dirty="0"/>
              <a:t>**2) inside the loop.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5556-85FB-E35E-DFCB-915E53742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1BBB7-A044-13D7-096B-B38EAA98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05E9B-E9D0-8029-B38B-DA16113A1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74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3E259-6D92-E36F-22B9-A941B480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>
            <a:normAutofit/>
          </a:bodyPr>
          <a:lstStyle/>
          <a:p>
            <a:r>
              <a:rPr lang="en-GB" dirty="0"/>
              <a:t>Nested for Loops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2ED08-1C17-C934-81B0-1BE0F48EE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7"/>
            <a:ext cx="4038652" cy="3276824"/>
          </a:xfrm>
        </p:spPr>
        <p:txBody>
          <a:bodyPr>
            <a:normAutofit/>
          </a:bodyPr>
          <a:lstStyle/>
          <a:p>
            <a:r>
              <a:rPr lang="en-GB" b="1" dirty="0"/>
              <a:t>Explanation</a:t>
            </a:r>
            <a:r>
              <a:rPr lang="en-GB" dirty="0"/>
              <a:t>: You can place one for loop inside another to perform more complex tasks.</a:t>
            </a:r>
          </a:p>
          <a:p>
            <a:endParaRPr lang="en-GB" dirty="0"/>
          </a:p>
          <a:p>
            <a:r>
              <a:rPr lang="en-GB" b="1" dirty="0"/>
              <a:t>Example</a:t>
            </a:r>
            <a:r>
              <a:rPr lang="en-GB" dirty="0"/>
              <a:t>:</a:t>
            </a:r>
            <a:endParaRPr lang="en-PK" dirty="0"/>
          </a:p>
        </p:txBody>
      </p:sp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07C06D19-C4A4-4CFB-6007-5E8486DA9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169" y="729344"/>
            <a:ext cx="6035770" cy="541406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C8B6D-393A-5850-D538-725DFDE7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 smtClean="0"/>
              <a:pPr>
                <a:spcAft>
                  <a:spcPts val="600"/>
                </a:spcAft>
              </a:pPr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F73E-B38C-5DB0-A67D-430BBB569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Atta Muhammad Panhyar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7EE40-3767-84AE-697D-A26B66C1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92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CF53-FF49-3430-9516-7AF1D99E0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for and while Loops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D74FA-855E-1D50-B185-68B089FE5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while Loop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A while loop runs while a condition is True.</a:t>
            </a:r>
          </a:p>
          <a:p>
            <a:pPr lvl="1"/>
            <a:r>
              <a:rPr lang="en-GB" dirty="0"/>
              <a:t>It’s useful when you don’t know how many times you need to loop.</a:t>
            </a:r>
          </a:p>
          <a:p>
            <a:pPr lvl="1"/>
            <a:endParaRPr lang="en-GB" dirty="0"/>
          </a:p>
          <a:p>
            <a:r>
              <a:rPr lang="en-GB" b="1" dirty="0"/>
              <a:t>for Loop:</a:t>
            </a:r>
          </a:p>
          <a:p>
            <a:pPr lvl="1"/>
            <a:r>
              <a:rPr lang="en-GB" dirty="0"/>
              <a:t>A for loop iterates over a known sequence or range.</a:t>
            </a:r>
          </a:p>
          <a:p>
            <a:pPr lvl="1"/>
            <a:r>
              <a:rPr lang="en-GB" dirty="0"/>
              <a:t>It’s useful when you know how many times you want to iterate.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B6299-3283-A996-8FC2-B1F05847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B428F-6149-C9F8-8610-27066DBA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F816E-C254-4F2F-7B2F-5ECAC8CF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27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CF53-FF49-3430-9516-7AF1D99E0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for and while Loops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D74FA-855E-1D50-B185-68B089FE5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while Loop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A while loop runs while a condition is True.</a:t>
            </a:r>
          </a:p>
          <a:p>
            <a:pPr lvl="1"/>
            <a:r>
              <a:rPr lang="en-GB" dirty="0"/>
              <a:t>It’s useful when you don’t know how many times you need to loop.</a:t>
            </a:r>
          </a:p>
          <a:p>
            <a:pPr lvl="1"/>
            <a:endParaRPr lang="en-GB" dirty="0"/>
          </a:p>
          <a:p>
            <a:r>
              <a:rPr lang="en-GB" b="1" dirty="0"/>
              <a:t>for Loop:</a:t>
            </a:r>
          </a:p>
          <a:p>
            <a:pPr lvl="1"/>
            <a:r>
              <a:rPr lang="en-GB" dirty="0"/>
              <a:t>A for loop iterates over a known sequence or range.</a:t>
            </a:r>
          </a:p>
          <a:p>
            <a:pPr lvl="1"/>
            <a:r>
              <a:rPr lang="en-GB" dirty="0"/>
              <a:t>It’s useful when you know how many times you want to iterate.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B6299-3283-A996-8FC2-B1F05847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B428F-6149-C9F8-8610-27066DBA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F816E-C254-4F2F-7B2F-5ECAC8CF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79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CF53-FF49-3430-9516-7AF1D99E0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Comparing for and while Loops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E239D3C-5645-686D-8571-B1A80A495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3517" y="2516441"/>
            <a:ext cx="3909968" cy="335140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B6299-3283-A996-8FC2-B1F05847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B428F-6149-C9F8-8610-27066DBA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F816E-C254-4F2F-7B2F-5ECAC8CF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55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801A-8AA4-BDB1-11B0-F4AAB3BE7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3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CE613-1E0C-09CB-99D8-8C549F6BB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prints the multiplication table for the number 5 (from 1 to 10) using a for loop.</a:t>
            </a:r>
          </a:p>
          <a:p>
            <a:endParaRPr lang="en-GB" dirty="0"/>
          </a:p>
          <a:p>
            <a:endParaRPr lang="en-GB" dirty="0"/>
          </a:p>
          <a:p>
            <a:pPr lvl="1"/>
            <a:r>
              <a:rPr lang="en-GB" b="1" dirty="0"/>
              <a:t>Hint</a:t>
            </a:r>
            <a:r>
              <a:rPr lang="en-GB" dirty="0"/>
              <a:t>: Use for </a:t>
            </a:r>
            <a:r>
              <a:rPr lang="en-GB" dirty="0" err="1"/>
              <a:t>i</a:t>
            </a:r>
            <a:r>
              <a:rPr lang="en-GB" dirty="0"/>
              <a:t> in range(1, 11) and multiply </a:t>
            </a:r>
            <a:r>
              <a:rPr lang="en-GB" dirty="0" err="1"/>
              <a:t>i</a:t>
            </a:r>
            <a:r>
              <a:rPr lang="en-GB" dirty="0"/>
              <a:t> by 5 inside the loop.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AE89D-1E41-707E-FBBB-017C5911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7D5A7-2F25-289F-D459-2CBE5ADE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B0242-8693-7ECF-4404-6CE1D3BA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40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F7A2-FDCA-8408-A4E3-1677F995F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break Statement in for Loops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7ED5C-AE94-505D-DD0B-A9CF6E913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/>
              <a:t>Explanation</a:t>
            </a:r>
            <a:r>
              <a:rPr lang="en-GB"/>
              <a:t>: The break statement allows you to exit a loop before it has looped through all the items.</a:t>
            </a:r>
          </a:p>
          <a:p>
            <a:endParaRPr lang="en-GB"/>
          </a:p>
          <a:p>
            <a:r>
              <a:rPr lang="en-GB" b="1"/>
              <a:t>Example</a:t>
            </a:r>
            <a:r>
              <a:rPr lang="en-GB"/>
              <a:t>: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96246-64F5-AACD-0300-6D978C46D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827CE-77BD-2A2B-E1DE-46307CB03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C0C22-D2F6-BB73-C263-F34C1A2A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2CF345-F34B-AD16-D920-33509BA4A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554" y="4488829"/>
            <a:ext cx="5268060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86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1E964-E62B-F3F3-6B91-8B03042C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C000"/>
                </a:solidFill>
              </a:rPr>
              <a:t>continue</a:t>
            </a:r>
            <a:r>
              <a:rPr lang="en-GB" dirty="0"/>
              <a:t> Statement in for Loops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F9C32-AFE7-919C-ABE1-D739CD818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Explanation</a:t>
            </a:r>
            <a:r>
              <a:rPr lang="en-GB" dirty="0"/>
              <a:t>: The continue statement skips the rest of the current iteration and moves to the next iteration.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Example</a:t>
            </a:r>
            <a:r>
              <a:rPr lang="en-GB" dirty="0"/>
              <a:t>: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55410-C381-6C87-35E7-122D4657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73822-321E-2728-1CD3-8B327CBEA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511ED-4302-4EC3-12C2-DED492EE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38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7F4D9-19EB-58A3-3173-51766396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4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7E5E3-A092-90C1-9553-A0B822A28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prints all odd numbers between 1 and 20 using a for loop and the continue statement.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Hint</a:t>
            </a:r>
            <a:r>
              <a:rPr lang="en-GB" dirty="0"/>
              <a:t>: Skip the even numbers using continue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2F5C9-9E2B-1D78-5533-4D3F332C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D3183-805A-E9A2-564D-74CAE189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77EBC-21CE-B52F-5CD6-2DFB13BB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54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41A85-1056-4D54-A2CE-80F44E5B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Looping Over a Dictionary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4A17F-865F-7FB8-3D13-E4D254EFB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Explanation</a:t>
            </a:r>
            <a:r>
              <a:rPr lang="en-GB" dirty="0"/>
              <a:t>: You can loop over dictionaries to access keys and values.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Example: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E014E-8523-40B5-EF83-22D2AC92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9E253-20D9-AC9C-77EE-FE9396B6E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F4DD6-ACF3-0325-3C8D-54714AA54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765AD-3B05-7DCE-C15C-5E45E7D44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21" y="4257971"/>
            <a:ext cx="6773220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86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4F2D-A924-0961-75CD-F02438674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Activity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1C76B-5174-5A70-2917-EDBAF6501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Create a program that generates a list of 10 random numbers (between 1 and 100) and prints the sum and average of the numbers using a for loop.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Hint</a:t>
            </a:r>
            <a:r>
              <a:rPr lang="en-GB" dirty="0"/>
              <a:t>: Use </a:t>
            </a:r>
            <a:r>
              <a:rPr lang="en-GB" b="1" dirty="0"/>
              <a:t>sum</a:t>
            </a:r>
            <a:r>
              <a:rPr lang="en-GB" dirty="0"/>
              <a:t>() and </a:t>
            </a:r>
            <a:r>
              <a:rPr lang="en-GB" b="1" dirty="0" err="1"/>
              <a:t>len</a:t>
            </a:r>
            <a:r>
              <a:rPr lang="en-GB" dirty="0"/>
              <a:t>() to calculate the average after generating the list.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C9F33-8269-8C7D-51F6-2555AFFC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1A8DB-0F54-4512-C182-754849BA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8C06C-2EC2-0C18-AEE3-31006005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45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E82C7-61D1-B47E-F212-85DBEC0FC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Mistakes in </a:t>
            </a:r>
            <a:r>
              <a:rPr lang="en-GB" dirty="0">
                <a:solidFill>
                  <a:srgbClr val="FFC000"/>
                </a:solidFill>
              </a:rPr>
              <a:t>for</a:t>
            </a:r>
            <a:r>
              <a:rPr lang="en-GB" dirty="0"/>
              <a:t> Loops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846D0-C94F-AA45-9859-691C52908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Forgetting to update the loop variable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In cases where a manual update is needed (like in custom ranges), ensure that the loop variable is updated.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Infinite loops</a:t>
            </a:r>
            <a:r>
              <a:rPr lang="en-GB" dirty="0"/>
              <a:t>: Avoid creating infinite loops with incorrect ranges or loop conditions.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01BCC-5D10-E41C-2C22-EFE8C9116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4F9D1-2E97-6B1A-D181-BDD457547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C6132-2CB6-32E9-351F-65122449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734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8AD0-49F2-9877-C6C7-FC0C1CBD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and Key Takeaways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023AA-BE2E-DC03-F1D6-293571CE8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Key Takeaways:</a:t>
            </a:r>
          </a:p>
          <a:p>
            <a:pPr lvl="1"/>
            <a:r>
              <a:rPr lang="en-GB" dirty="0">
                <a:solidFill>
                  <a:srgbClr val="FFC000"/>
                </a:solidFill>
              </a:rPr>
              <a:t>for</a:t>
            </a:r>
            <a:r>
              <a:rPr lang="en-GB" dirty="0"/>
              <a:t> loops are powerful for iterating over sequences like </a:t>
            </a:r>
            <a:r>
              <a:rPr lang="en-GB" dirty="0">
                <a:solidFill>
                  <a:srgbClr val="FFC000"/>
                </a:solidFill>
              </a:rPr>
              <a:t>lists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strings</a:t>
            </a:r>
            <a:r>
              <a:rPr lang="en-GB" dirty="0"/>
              <a:t>, and </a:t>
            </a:r>
            <a:r>
              <a:rPr lang="en-GB" dirty="0">
                <a:solidFill>
                  <a:srgbClr val="00B0F0"/>
                </a:solidFill>
              </a:rPr>
              <a:t>ranges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Use </a:t>
            </a:r>
            <a:r>
              <a:rPr lang="en-GB" dirty="0">
                <a:solidFill>
                  <a:srgbClr val="FFC000"/>
                </a:solidFill>
              </a:rPr>
              <a:t>range</a:t>
            </a:r>
            <a:r>
              <a:rPr lang="en-GB" dirty="0"/>
              <a:t>() to generate sequences of numbers.</a:t>
            </a:r>
          </a:p>
          <a:p>
            <a:pPr lvl="1"/>
            <a:r>
              <a:rPr lang="en-GB" dirty="0">
                <a:solidFill>
                  <a:srgbClr val="FFC000"/>
                </a:solidFill>
              </a:rPr>
              <a:t>break</a:t>
            </a:r>
            <a:r>
              <a:rPr lang="en-GB" dirty="0"/>
              <a:t> and </a:t>
            </a:r>
            <a:r>
              <a:rPr lang="en-GB" dirty="0">
                <a:solidFill>
                  <a:srgbClr val="FFC000"/>
                </a:solidFill>
              </a:rPr>
              <a:t>continue</a:t>
            </a:r>
            <a:r>
              <a:rPr lang="en-GB" dirty="0"/>
              <a:t> statements allow for more control within loops.</a:t>
            </a:r>
          </a:p>
          <a:p>
            <a:pPr lvl="1"/>
            <a:r>
              <a:rPr lang="en-GB" dirty="0"/>
              <a:t>Nested for loops can be used for multi-dimensional tasks.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b="1" dirty="0"/>
              <a:t>Next Session</a:t>
            </a:r>
            <a:r>
              <a:rPr lang="en-GB" dirty="0"/>
              <a:t>: Combining for loops with other structures like lists, dictionaries, and functions.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D8D35-0698-04F4-14E0-344B2CD53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944D7-0831-EB58-452B-7793FD17E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723CF-6735-D53C-86D4-226806D44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62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37E3-B040-472E-BF2E-92D32D4E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Q&amp;A and Wrap-Up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2505C-CAE7-11BB-3AAB-FA3805A17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b="1" dirty="0"/>
              <a:t>Any questions or clarifications.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sz="2800" b="1" dirty="0"/>
              <a:t>Recap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7E677-C5CB-217D-C705-1D2520B5A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D980A-C235-3E37-A983-E42F205B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6A687-3BF8-D373-4965-113DB150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88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19623C-4208-2287-F8FD-EE0A8B17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783" y="2728384"/>
            <a:ext cx="10501177" cy="1401231"/>
          </a:xfrm>
        </p:spPr>
        <p:txBody>
          <a:bodyPr/>
          <a:lstStyle/>
          <a:p>
            <a:r>
              <a:rPr lang="en-US" dirty="0"/>
              <a:t>MATCH THE SOLUTION </a:t>
            </a:r>
            <a:r>
              <a:rPr lang="en-US" sz="7200" dirty="0"/>
              <a:t>😒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7DADF-E633-BAE2-209A-BEDC7AE24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255A7-AFD1-A71A-7998-14C1A9639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E0624-B8EF-9DC3-BE8A-79A60683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17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DA8E-D46B-61B3-C98B-933FC72F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😉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6CDA4-ABAE-B92C-FB2C-C7DBCFAEB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2DBD2-2A35-ACA7-A270-78CF9BAB3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48CFD-8AA7-6666-3BC9-D4A6C35F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53E0E6-1724-68AA-1493-78EFD4EDB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529" y="3087878"/>
            <a:ext cx="7154273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1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DA8E-D46B-61B3-C98B-933FC72F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🤷‍♂️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6CDA4-ABAE-B92C-FB2C-C7DBCFAEB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2DBD2-2A35-ACA7-A270-78CF9BAB3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48CFD-8AA7-6666-3BC9-D4A6C35F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ABF690-6F7D-6348-C6F6-D71385FE5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476" y="3058598"/>
            <a:ext cx="7392432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1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66DA8E-D46B-61B3-C98B-933FC72FB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Exercise 🤗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0A64C4-5B8A-383B-A80C-B17AF40E0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774" y="3690769"/>
            <a:ext cx="9820189" cy="164488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6CDA4-ABAE-B92C-FB2C-C7DBCFAEB2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6FDCC5B1-62D5-4835-9D64-34BCFE87B16E}" type="datetime1">
              <a:rPr lang="en-US" smtClean="0"/>
              <a:pPr defTabSz="914400">
                <a:spcAft>
                  <a:spcPts val="600"/>
                </a:spcAft>
              </a:pPr>
              <a:t>10/1/2024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2DBD2-2A35-ACA7-A270-78CF9BAB3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48CFD-8AA7-6666-3BC9-D4A6C35F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695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0E24F0-4BE8-8804-14A8-584BC793E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Exercise 🤐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8DD35-91E5-495A-D962-DFEBFC18A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774" y="3334786"/>
            <a:ext cx="9820189" cy="235684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75456-23C1-D37F-BC93-667471A07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6FDCC5B1-62D5-4835-9D64-34BCFE87B16E}" type="datetime1">
              <a:rPr lang="en-US" smtClean="0"/>
              <a:pPr defTabSz="914400">
                <a:spcAft>
                  <a:spcPts val="600"/>
                </a:spcAft>
              </a:pPr>
              <a:t>10/1/2024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ED186-FF44-E4DE-1A58-0DA95C238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2692B-E98E-FCE3-9FFF-64D011039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730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A1EAB-3A29-A04B-3FFB-6CCCF1284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Exercise 💎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78A998-678F-67DC-C3CE-B7183FD23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40" y="1191000"/>
            <a:ext cx="6382411" cy="446768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51066-9127-BCB1-4F61-8B2964F270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6FDCC5B1-62D5-4835-9D64-34BCFE87B16E}" type="datetime1">
              <a:rPr lang="en-US" smtClean="0"/>
              <a:pPr defTabSz="914400">
                <a:spcAft>
                  <a:spcPts val="600"/>
                </a:spcAft>
              </a:pPr>
              <a:t>10/1/2024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71FDC-25E7-4AC3-A78F-EAE9214A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3ACD12-2DA2-0D49-F8F8-8949D263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53553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028091-2C71-4358-873E-63FAA6926BD7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5e1f2001-7a2a-475f-99ed-f287c302d85e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1793</TotalTime>
  <Words>1033</Words>
  <Application>Microsoft Office PowerPoint</Application>
  <PresentationFormat>Widescreen</PresentationFormat>
  <Paragraphs>224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Grandview</vt:lpstr>
      <vt:lpstr>Wingdings</vt:lpstr>
      <vt:lpstr>CosineVTI</vt:lpstr>
      <vt:lpstr>Python Programming Bootcamp - Week 2, Day 2</vt:lpstr>
      <vt:lpstr>Learning Objectives</vt:lpstr>
      <vt:lpstr>What is a for Loop?</vt:lpstr>
      <vt:lpstr>for Loop Syntax and Example</vt:lpstr>
      <vt:lpstr>How for Loops Work</vt:lpstr>
      <vt:lpstr>The range() Function</vt:lpstr>
      <vt:lpstr>Hands-On Exercise 1</vt:lpstr>
      <vt:lpstr>Looping Over Strings</vt:lpstr>
      <vt:lpstr>Looping Over Lists</vt:lpstr>
      <vt:lpstr>Hands-On Exercise 2</vt:lpstr>
      <vt:lpstr>Nested for Loops</vt:lpstr>
      <vt:lpstr>Comparing for and while Loops</vt:lpstr>
      <vt:lpstr>Comparing for and while Loops</vt:lpstr>
      <vt:lpstr>Comparing for and while Loops</vt:lpstr>
      <vt:lpstr>Hands-On Exercise 3</vt:lpstr>
      <vt:lpstr>The break Statement in for Loops</vt:lpstr>
      <vt:lpstr>The continue Statement in for Loops</vt:lpstr>
      <vt:lpstr>Hands-On Exercise 4</vt:lpstr>
      <vt:lpstr>Looping Over a Dictionary</vt:lpstr>
      <vt:lpstr>Group Activity</vt:lpstr>
      <vt:lpstr>Common Mistakes in for Loops</vt:lpstr>
      <vt:lpstr>Recap and Key Takeaways</vt:lpstr>
      <vt:lpstr>Q&amp;A and Wrap-Up</vt:lpstr>
      <vt:lpstr>MATCH THE SOLUTION 😒</vt:lpstr>
      <vt:lpstr>Exercise 😉</vt:lpstr>
      <vt:lpstr>Exercise 🤷‍♂️</vt:lpstr>
      <vt:lpstr>Exercise 🤗</vt:lpstr>
      <vt:lpstr>Exercise 🤐</vt:lpstr>
      <vt:lpstr>Exercise 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243</cp:revision>
  <dcterms:created xsi:type="dcterms:W3CDTF">2024-09-22T16:39:41Z</dcterms:created>
  <dcterms:modified xsi:type="dcterms:W3CDTF">2024-10-01T08:09:29Z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