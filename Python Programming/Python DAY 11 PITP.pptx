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7" r:id="rId4"/>
  </p:sldMasterIdLst>
  <p:notesMasterIdLst>
    <p:notesMasterId r:id="rId2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0B9B8A-C9F4-45A9-946A-0C2A265149BA}" type="datetimeFigureOut">
              <a:rPr lang="en-PK" smtClean="0"/>
              <a:t>09/10/2024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49182C-4EB3-44EA-9D91-AE666E2C70B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47173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FFC5-F979-4BDB-AB3F-09CD0BB94893}" type="datetime1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112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C4E612-C65F-E86B-C033-C74E10C5F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146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5EDE2-8534-48BF-9CA6-D54B64FC3663}" type="datetime1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73816A04-1E1A-A37B-B73F-D58381522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552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71838-1DAD-4964-A8D2-EDEBDDADA2BA}" type="datetime1">
              <a:rPr lang="en-US" smtClean="0"/>
              <a:t>10/9/2024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73B481-ACD9-3F79-2DD1-4E69317CA3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434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5A583B43-2D19-41E3-ADB6-6E49D8A9C652}" type="datetime1">
              <a:rPr lang="en-US" smtClean="0"/>
              <a:t>10/9/2024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D762F6-9A6B-F123-7BA4-D26132F134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7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C5B1-62D5-4835-9D64-34BCFE87B16E}" type="datetime1">
              <a:rPr lang="en-US" smtClean="0"/>
              <a:t>10/9/2024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C769D5-36F8-AEAA-973C-3B0AA9495C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745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DB6ED-9004-4A71-8778-868A297C4223}" type="datetime1">
              <a:rPr lang="en-US" smtClean="0"/>
              <a:t>10/9/2024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0303414-A318-B16A-813B-5FE0C2A9B1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191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E5DEB-5D91-49B1-B35D-D9EF8CFD3798}" type="datetime1">
              <a:rPr lang="en-US" smtClean="0"/>
              <a:t>10/9/2024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257B711-A0E5-3E59-6F6F-EC8B7DFCAA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275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A3221-1A1D-4D6B-BF82-669EAF0E1547}" type="datetime1">
              <a:rPr lang="en-US" smtClean="0"/>
              <a:t>10/9/2024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E6E5774-C41A-3566-565A-6CC03B7446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38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9002-3737-4861-8D92-764E24EAAD04}" type="datetime1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6BE428-415A-1F91-83CF-9AB56205C4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144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16911-A92B-4B7F-93FD-47BD9A1E4D48}" type="datetime1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B53FAEC-333B-D11A-6998-5FB685BFB3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816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E34E7-6DA0-4AC7-AC94-EDF665FC0F13}" type="datetime1">
              <a:rPr lang="en-US" smtClean="0"/>
              <a:t>10/9/2024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460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mailto:attapanhyar@quest.edu.p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4187D111-0A9D-421B-84EB-FC5811C3A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15ECF02-0C11-4320-A868-5EC7DD53D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C74A336-DE5D-4AE0-9A50-8D93C4AA4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11A81C9-7A36-4A04-B14C-A45B899E4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AE1DE35-5349-4B57-B255-C07C69270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FE9588-5F4B-41DF-9FF6-6B4969245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4CC9B87-707A-4D04-9336-B1418878A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8CF5CAA-7C4D-408A-B1A8-E98C0E6633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462EA1B-90F8-4C08-AE36-FFBA2B45BF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F7B5623-96F7-42F0-BAC5-78D6789E01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85D83B1-1723-4710-8FC5-18EDC879E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998838C-DFB6-48F7-A18D-30469E816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BDB9A78-94CB-422D-B92E-65FD2732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A5DBD01-426B-424D-815A-96518F6007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B0218DF-D55B-4D41-AE23-F1E64BAC60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8D61EB8-98CC-4243-9E20-33CAC65B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35F0944-B143-45B0-8B72-6CE34D4612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F68EF7F-67D0-463D-AB84-EA24D18196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E17074E-4E65-4CBD-B1B0-9C18D6F72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CC905ED-EF46-4349-9E9B-217431094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B91F234-1C65-45AC-8CCE-A1C4AE49C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D46B3DB-5DBB-41CF-9FA5-010ECA0C3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92A3FF8-F172-47ED-84C6-802C85C1CB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933982-9CB6-4199-B123-A3669A4FEF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CA832CD-B214-4ABC-AC95-A3DA116A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7EBA147-C4BA-4B48-B61D-CA24B8B06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A8253B7-461E-48CC-B871-8A255EE3D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DE46C3-C2E1-4492-AC59-870160A3C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B0052E9-B440-4C1E-BC41-39957D590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31F119B-638C-42B1-8400-709B94F1E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16299ED-D998-4895-9CCF-02427F195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4442675-84C9-45C8-9524-ABE4E25071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5BE3E63-4FA5-4EBD-9F3B-E29F5128A8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C5A698-334B-D067-8439-BFEB7877F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4891" y="737893"/>
            <a:ext cx="6118703" cy="270609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600" dirty="0"/>
              <a:t>Python Programming Bootcamp - Week 3, Day 4</a:t>
            </a:r>
            <a:endParaRPr lang="en-PK" sz="4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FEA0F-305F-C5D2-1BA5-3770746BC8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89726" y="3674327"/>
            <a:ext cx="5415521" cy="2460770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Error Handling and Debugging in Python</a:t>
            </a:r>
          </a:p>
          <a:p>
            <a:r>
              <a:rPr lang="en-GB" dirty="0"/>
              <a:t>Atta Muhammad</a:t>
            </a:r>
          </a:p>
          <a:p>
            <a:r>
              <a:rPr lang="en-GB" dirty="0">
                <a:hlinkClick r:id="rId2"/>
              </a:rPr>
              <a:t>attapanhyar@quest.edu.pk</a:t>
            </a:r>
            <a:endParaRPr lang="en-GB" dirty="0"/>
          </a:p>
          <a:p>
            <a:r>
              <a:rPr lang="en-US" dirty="0"/>
              <a:t>+923331971110</a:t>
            </a:r>
          </a:p>
          <a:p>
            <a:r>
              <a:rPr lang="en-US" dirty="0"/>
              <a:t>Quaid-e-</a:t>
            </a:r>
            <a:r>
              <a:rPr lang="en-US" dirty="0" err="1"/>
              <a:t>Awam</a:t>
            </a:r>
            <a:r>
              <a:rPr lang="en-US" dirty="0"/>
              <a:t> University of Engineering, Science and Technology</a:t>
            </a:r>
            <a:endParaRPr lang="en-PK" dirty="0"/>
          </a:p>
        </p:txBody>
      </p:sp>
      <p:pic>
        <p:nvPicPr>
          <p:cNvPr id="46" name="Picture 45" descr="A colorful background with curves&#10;&#10;Description automatically generated with medium confidence">
            <a:extLst>
              <a:ext uri="{FF2B5EF4-FFF2-40B4-BE49-F238E27FC236}">
                <a16:creationId xmlns:a16="http://schemas.microsoft.com/office/drawing/2014/main" id="{D466624D-CA7F-85D0-CF1C-623C442A82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514" r="33800"/>
          <a:stretch/>
        </p:blipFill>
        <p:spPr>
          <a:xfrm>
            <a:off x="1" y="10"/>
            <a:ext cx="5854890" cy="6857990"/>
          </a:xfrm>
          <a:custGeom>
            <a:avLst/>
            <a:gdLst/>
            <a:ahLst/>
            <a:cxnLst/>
            <a:rect l="l" t="t" r="r" b="b"/>
            <a:pathLst>
              <a:path w="6036633" h="6858000">
                <a:moveTo>
                  <a:pt x="0" y="0"/>
                </a:moveTo>
                <a:lnTo>
                  <a:pt x="5782584" y="0"/>
                </a:lnTo>
                <a:lnTo>
                  <a:pt x="5847735" y="280891"/>
                </a:lnTo>
                <a:cubicBezTo>
                  <a:pt x="6512611" y="3337011"/>
                  <a:pt x="5215360" y="3533975"/>
                  <a:pt x="5130974" y="6590095"/>
                </a:cubicBezTo>
                <a:lnTo>
                  <a:pt x="51273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F0753E91-DF19-4FA4-BFBF-221696B8D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6297356" y="-287372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82716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7EC2D-483A-B53C-1E0D-492E79AD3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Objectives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63472-3994-F813-BB82-E27290FFE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Understand Python's error types and common debugging strategies.</a:t>
            </a:r>
          </a:p>
          <a:p>
            <a:endParaRPr lang="en-GB" dirty="0"/>
          </a:p>
          <a:p>
            <a:r>
              <a:rPr lang="en-GB" dirty="0"/>
              <a:t>Learn how to handle exceptions using try, except, finally blocks.</a:t>
            </a:r>
          </a:p>
          <a:p>
            <a:endParaRPr lang="en-GB" dirty="0"/>
          </a:p>
          <a:p>
            <a:r>
              <a:rPr lang="en-GB" dirty="0"/>
              <a:t>Apply error handling in Python programs.</a:t>
            </a:r>
          </a:p>
          <a:p>
            <a:endParaRPr lang="en-GB" dirty="0"/>
          </a:p>
          <a:p>
            <a:r>
              <a:rPr lang="en-GB" dirty="0"/>
              <a:t>Explore debugging techniques to identify and fix errors.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FB222-2151-979D-CE6F-2326782CD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73B6E-387B-6C78-F4DF-891872DF4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5EBF2-E0DA-66D5-998B-2C88372B7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99737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129EF-A7BE-6F25-03AF-960878D0A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Errors in Python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CC706-0C51-9540-2A44-A575EBCBE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Syntax Errors</a:t>
            </a:r>
            <a:r>
              <a:rPr lang="en-GB" dirty="0"/>
              <a:t>: Occur when the code violates Python's syntax rules.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b="1" dirty="0"/>
              <a:t>Runtime Errors</a:t>
            </a:r>
            <a:r>
              <a:rPr lang="en-GB" dirty="0"/>
              <a:t>: Errors that occur while the program is running, like division by zero.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b="1" dirty="0"/>
              <a:t>Logical Errors</a:t>
            </a:r>
            <a:r>
              <a:rPr lang="en-GB" dirty="0"/>
              <a:t>: Errors that cause the program to behave incorrectly, without crashing.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4A3B3-3F35-6626-68BF-2F9A533FF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DF7E3-88D7-FA45-84DA-4D63A8812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CB294-20DD-F936-8DD4-0880D19A9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4F04C2-13D8-A6C1-4F83-112345BC7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532" y="2801196"/>
            <a:ext cx="1562318" cy="2857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99ECFB3-C7D0-F9BF-4570-B99CE1318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532" y="4351941"/>
            <a:ext cx="1676634" cy="3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75379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9254F-53B3-98EA-A908-EF775D9A0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to Exception Handling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E5B5C-1723-16BC-274F-88126C5F7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b="1" dirty="0"/>
              <a:t>Definition</a:t>
            </a:r>
            <a:r>
              <a:rPr lang="en-GB" sz="2400" dirty="0"/>
              <a:t>: Exceptions are events that can alter the normal flow of a program.</a:t>
            </a:r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b="1" dirty="0"/>
              <a:t>Why Handle Exceptions</a:t>
            </a:r>
            <a:r>
              <a:rPr lang="en-GB" sz="2400" dirty="0"/>
              <a:t>?: To prevent the program from crashing and to provide informative feedback to users.</a:t>
            </a:r>
            <a:endParaRPr lang="en-PK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E9389-E86A-2733-B814-B296D1016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F89AC-8D3A-E417-4D14-7B1273FBA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354E5-C3A1-FB97-B81F-51CB6D1B3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58665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BC1BE-81AC-5CA5-C59E-A183BF6E7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0000"/>
                </a:solidFill>
              </a:rPr>
              <a:t>try</a:t>
            </a:r>
            <a:r>
              <a:rPr lang="en-GB"/>
              <a:t>, </a:t>
            </a:r>
            <a:r>
              <a:rPr lang="en-GB">
                <a:solidFill>
                  <a:srgbClr val="00B050"/>
                </a:solidFill>
              </a:rPr>
              <a:t>except</a:t>
            </a:r>
            <a:r>
              <a:rPr lang="en-GB"/>
              <a:t>, and </a:t>
            </a:r>
            <a:r>
              <a:rPr lang="en-GB">
                <a:solidFill>
                  <a:schemeClr val="accent1">
                    <a:lumMod val="75000"/>
                  </a:schemeClr>
                </a:solidFill>
              </a:rPr>
              <a:t>finally</a:t>
            </a:r>
            <a:r>
              <a:rPr lang="en-GB"/>
              <a:t> Blocks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5E535-2B62-717C-D912-8D52C02A4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1E763-C24A-9828-E9C0-C98737F29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06929-F8AE-490C-07C5-9DE706744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757DC4-E9D3-2D56-9081-3D6B3033B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133" y="2955733"/>
            <a:ext cx="5993401" cy="173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24033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6712E-3054-1AFD-7296-820D041EF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Handling Multiple Exceptions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748E6-EC3F-2DE5-69AA-373A9A06D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47DFB-39A1-5434-A582-ED521903E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10760-DD53-0347-74D6-EB90B2861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CD5E69-D652-7F37-1953-358B2DC62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242" y="3010068"/>
            <a:ext cx="6490771" cy="167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23408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F98D8-8B9D-43F9-BA68-CD0C742C0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else Clause in Exception Handling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0F26B-EB56-D48F-9712-3F167224F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Definition</a:t>
            </a:r>
            <a:r>
              <a:rPr lang="en-GB" dirty="0"/>
              <a:t>: Executes if no exceptions are raised in the </a:t>
            </a:r>
            <a:r>
              <a:rPr lang="en-GB" dirty="0">
                <a:solidFill>
                  <a:srgbClr val="FF0000"/>
                </a:solidFill>
              </a:rPr>
              <a:t>try</a:t>
            </a:r>
            <a:r>
              <a:rPr lang="en-GB" dirty="0"/>
              <a:t> block.</a:t>
            </a:r>
          </a:p>
          <a:p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27859-9CEB-2D4B-AE23-283DCD178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3C7DB-8118-3BBC-6C40-E29D04654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7A07A-701B-D2C9-305E-8694AC680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A5186F-C0E3-C5DB-BF75-F3739B6C6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432" y="2924148"/>
            <a:ext cx="5126644" cy="219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476847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C9C34-6C2D-3010-9B01-A1D0410BB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Raising Exceptions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8CE02-5F7C-8FB8-0F65-ED244566C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 can raise your own exceptions using the </a:t>
            </a:r>
            <a:r>
              <a:rPr lang="en-GB" dirty="0">
                <a:solidFill>
                  <a:srgbClr val="00B0F0"/>
                </a:solidFill>
              </a:rPr>
              <a:t>raise</a:t>
            </a:r>
            <a:r>
              <a:rPr lang="en-GB" dirty="0"/>
              <a:t> keyword.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D341E-0BAE-2DC7-2052-9C194270F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F94F7-AC81-4D51-A647-9B8911331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314B5-F78A-9139-507D-B16F5B4F9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8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CBE2C3-B41A-DB03-514F-9C66B6929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668" y="3247124"/>
            <a:ext cx="9966663" cy="140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22460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9589B-B756-7605-6308-E86A37980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Hands-On Exercise 1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1A27C-43B7-AFB3-8FE7-1B9614905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Task</a:t>
            </a:r>
            <a:r>
              <a:rPr lang="en-GB" dirty="0"/>
              <a:t>: Write a Python program that takes input from the user and raises an exception if the input is not a number.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B33F3-F086-5C04-4DB1-BE2D2DF92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41825-C291-8CE2-7C4E-4EEE91295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FE597-3D21-C0E1-2510-61C57E2C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9</a:t>
            </a:fld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A3129F1-FC2B-0605-BB6F-5E65E653AF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2673" y="3380509"/>
            <a:ext cx="2286000" cy="226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898625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CEB5E-8D8D-BAFE-6EAE-07CE52D1B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finally Clause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4C18C-4B86-8D36-E2C3-B9A4B31C8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15E22-B576-F3FA-B335-24237F8F7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8747-6C54-96BC-9293-E8C6E8E8B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60CA7-2BDF-6314-020C-C9D7631F1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2F23E7-A065-3856-C10A-D8562F642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438" y="3058915"/>
            <a:ext cx="5445143" cy="195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77234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F8FE5-2A60-1B86-0D93-62C2F78E7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Debugging Techniques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E911D-0EF6-69F5-061B-9AB118200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Print Debugging</a:t>
            </a:r>
            <a:r>
              <a:rPr lang="en-GB" dirty="0"/>
              <a:t>: Use print() statements to understand the flow of the program.</a:t>
            </a:r>
          </a:p>
          <a:p>
            <a:endParaRPr lang="en-GB" dirty="0"/>
          </a:p>
          <a:p>
            <a:r>
              <a:rPr lang="en-GB" b="1" dirty="0"/>
              <a:t>Using Breakpoints</a:t>
            </a:r>
            <a:r>
              <a:rPr lang="en-GB" dirty="0"/>
              <a:t>: Set breakpoints in your IDE to pause execution and inspect variables.</a:t>
            </a:r>
          </a:p>
          <a:p>
            <a:endParaRPr lang="en-GB" dirty="0"/>
          </a:p>
          <a:p>
            <a:r>
              <a:rPr lang="en-GB" b="1" dirty="0"/>
              <a:t>Logging</a:t>
            </a:r>
            <a:r>
              <a:rPr lang="en-GB" dirty="0"/>
              <a:t>: Use Python's logging module to keep track of events and errors in a file.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3C556-4005-23C0-9025-7C1FA4BB0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9BB0C-FD7F-F1FA-18CF-7BCCFD3E5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09452-DC28-46F6-5085-456EE8BB3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82619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33F7D-D0D9-9DD4-1680-D5837E62A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Hands-On Exercise 2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56367-64F9-AE95-25D6-3DE11A16C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Task</a:t>
            </a:r>
            <a:r>
              <a:rPr lang="en-GB" dirty="0"/>
              <a:t>: Write a Python program that divides two numbers. Handle division by zero and other invalid inputs using </a:t>
            </a:r>
            <a:r>
              <a:rPr lang="en-GB" dirty="0">
                <a:solidFill>
                  <a:srgbClr val="00B0F0"/>
                </a:solidFill>
              </a:rPr>
              <a:t>try-except</a:t>
            </a:r>
            <a:r>
              <a:rPr lang="en-GB" dirty="0"/>
              <a:t>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EE398-BC67-F207-616D-2BAB85035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80684-6A3E-4F58-CA31-A56876352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A5F35-48FA-1664-1000-4DD4EB8DB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465986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47C5-E4FB-4826-7F8A-4D51A7FA2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Debugging with assert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46ADA-FAF6-38DF-711A-7F01BABDB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Definition: assert statements check if a condition is true, raising an </a:t>
            </a:r>
            <a:r>
              <a:rPr lang="en-GB" dirty="0" err="1"/>
              <a:t>AssertionError</a:t>
            </a:r>
            <a:r>
              <a:rPr lang="en-GB" dirty="0"/>
              <a:t> if it is false.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7C0F0-785C-237C-363B-5F2572739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C8690-BE03-5E84-C818-57F33AC98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4B4C6-7BB1-4C3A-65DE-8AD11DADF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1AC711-8F46-61E0-5173-76C8228EA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833" y="3429000"/>
            <a:ext cx="6676037" cy="720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753330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DCACF-E465-D860-B16D-09634A041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the </a:t>
            </a:r>
            <a:r>
              <a:rPr lang="en-GB" dirty="0" err="1">
                <a:solidFill>
                  <a:srgbClr val="00B0F0"/>
                </a:solidFill>
              </a:rPr>
              <a:t>pdb</a:t>
            </a:r>
            <a:r>
              <a:rPr lang="en-GB" dirty="0"/>
              <a:t> Module for Debugging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52326-5DEF-3A4B-C95D-00318D21B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Definition</a:t>
            </a:r>
            <a:r>
              <a:rPr lang="en-GB" dirty="0"/>
              <a:t>: </a:t>
            </a:r>
            <a:r>
              <a:rPr lang="en-GB" dirty="0" err="1">
                <a:solidFill>
                  <a:srgbClr val="00B0F0"/>
                </a:solidFill>
              </a:rPr>
              <a:t>pdb</a:t>
            </a:r>
            <a:r>
              <a:rPr lang="en-GB" dirty="0"/>
              <a:t> is Python's built-in debugger.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71E0C-0974-E650-09AB-EE800A500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DBDE2-5E32-840B-D0AD-14C687B7D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63CB6-235D-3A7D-ABD2-8D6FE3180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CE94F7-0F15-52E3-24B2-C232BB5BB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304" y="3260661"/>
            <a:ext cx="8335538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610093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29597-A466-AACA-CB2B-A797969C8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Hands-On Group Activity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FBEE3-7D7F-390B-51A0-9CD55FC41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Task</a:t>
            </a:r>
            <a:r>
              <a:rPr lang="en-GB" dirty="0"/>
              <a:t>: Create a Python program with intentional errors. Debug it using the techniques learned today.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64E9A-45F9-1EC3-C589-8B5A7A4AC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CFEF2-581A-30A7-A09C-B4C55F38C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0A15F-85C0-B796-71F3-C42643435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753706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1406E-89CC-016A-D84D-F487B579D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Recap and Key Takeaways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60627-1926-F4C2-EE8E-099CD7A6E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b="1" dirty="0"/>
              <a:t>Key Points:</a:t>
            </a:r>
          </a:p>
          <a:p>
            <a:pPr lvl="1"/>
            <a:r>
              <a:rPr lang="en-GB" sz="2000" dirty="0"/>
              <a:t>Exceptions help handle runtime errors without crashing the program.</a:t>
            </a:r>
          </a:p>
          <a:p>
            <a:pPr lvl="1"/>
            <a:endParaRPr lang="en-GB" sz="2000" dirty="0"/>
          </a:p>
          <a:p>
            <a:pPr lvl="1"/>
            <a:r>
              <a:rPr lang="en-GB" sz="2000" dirty="0"/>
              <a:t>The try-except block is essential for error handling.</a:t>
            </a:r>
          </a:p>
          <a:p>
            <a:pPr lvl="1"/>
            <a:endParaRPr lang="en-GB" sz="2000" dirty="0"/>
          </a:p>
          <a:p>
            <a:pPr lvl="1"/>
            <a:r>
              <a:rPr lang="en-GB" sz="2000" dirty="0"/>
              <a:t>Debugging involves identifying errors and finding solutions efficiently.</a:t>
            </a:r>
            <a:endParaRPr lang="en-PK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8A523-0E74-57B2-45AE-B639AA5BD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6ABB1-AF27-BAF5-DC45-7DE9ECAB0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7E947-C54F-5033-C246-6EF5C2A0F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77143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34996-9AF8-7919-A502-11E23F207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1212417"/>
            <a:ext cx="10501177" cy="1401231"/>
          </a:xfrm>
        </p:spPr>
        <p:txBody>
          <a:bodyPr/>
          <a:lstStyle/>
          <a:p>
            <a:pPr algn="ctr"/>
            <a:r>
              <a:rPr lang="en-GB" dirty="0"/>
              <a:t>Q&amp;A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B1083-8ABB-EC30-30EF-BDDD19F9E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79EEC-D635-4548-19C7-00A790827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63A1F-AD85-9E53-D019-245ACC36E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17</a:t>
            </a:fld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A105D41-3799-7D2F-F39A-49DD64535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2450" y="2997633"/>
            <a:ext cx="4743450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8434578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B32D3-4402-6FAF-039B-24B0983CF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2496284"/>
            <a:ext cx="10501177" cy="1401231"/>
          </a:xfrm>
        </p:spPr>
        <p:txBody>
          <a:bodyPr/>
          <a:lstStyle/>
          <a:p>
            <a:pPr algn="ctr"/>
            <a:r>
              <a:rPr lang="en-US" dirty="0"/>
              <a:t>MATCH THE SOLUTIONS 😒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5BCAFA-3506-3EAA-C1EE-F6124FF1D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C5B1-62D5-4835-9D64-34BCFE87B16E}" type="datetime1">
              <a:rPr lang="en-US" smtClean="0"/>
              <a:t>10/9/2024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C53286-BB56-CE9A-DA56-E1A3D69D7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B2AD33-ADF2-8547-6169-81B71631D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25574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D03D2-1F90-F25C-D237-57B1043C5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😊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742D58-E0E3-FF7D-A458-E379C5474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C5B1-62D5-4835-9D64-34BCFE87B16E}" type="datetime1">
              <a:rPr lang="en-US" smtClean="0"/>
              <a:t>10/9/2024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EE27D2-8C45-94A6-8B77-DAF8DC50A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EB42C4-B68D-2336-D887-1BECD5131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CFC3A2-4C10-54FB-EA80-D31188F99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626" y="2413848"/>
            <a:ext cx="7144747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543468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0297160-077C-4B0C-9F1E-6519CEDB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1F77CDE-CC8E-40E6-8745-8D7CB6208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3FCA172-142C-4352-A938-33B43EC3B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253BB53B-6660-4F6B-8C3C-4EAA148CF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921D1E67-3038-4399-8F14-244731FAE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B9A17FB9-5481-4E6D-A157-C4A1D8F29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B5B4D4B-6074-48B5-B7D7-5B22BDC2A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FE68CF5-4975-4F0E-98F8-E40F12E8F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B63AD0D6-BFAB-41EE-A0DD-BFEB6844D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A7EA9615-8E94-4E0C-BAF0-C52132326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6A76D71-0BE7-402F-BF24-CB0154E2A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8B18C09B-8FB5-4D88-B4FF-2090E7818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3A06FA18-2473-40B2-8AE0-DEDDC5E9A3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F187746C-FE57-4160-B924-6B283B332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D7337AAE-EB93-4FBD-9904-036641260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D6FA7169-C5DB-4F02-935F-AA39EDA4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A4195B93-DBB3-4197-8D91-A786D4753A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F2FF9EB-46CC-4A22-AF8A-9D11BC966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631DADE-538C-4EA4-9D90-3AED82E01B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35A7E2F-77A0-48A1-A881-1A12940D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AC39BAD-DB08-4260-BCE5-4E1FB09A4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68F31ED-A97B-4A9A-9F56-221FFB7A3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F362574E-3A61-4C31-915F-F541B7BE08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132BD431-3E1E-4528-AC59-5A23CE4CB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7DE7131F-209C-4427-96DA-26E0E973EE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3283DFDB-6A1C-41B8-B590-966064699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1DA3D6B3-30E3-4C45-A709-4F775DB84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8F481924-9C4A-4A91-8AB4-D796F33D7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53787DCF-DA69-4379-94AB-C361DF326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753DC9D9-196D-4C02-982F-935945BD5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E2AF9976-A85B-4FAC-ACA0-7B4F06D18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FD38ACD-F4A1-4970-BE99-87B0A0482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Right Triangle 81">
            <a:extLst>
              <a:ext uri="{FF2B5EF4-FFF2-40B4-BE49-F238E27FC236}">
                <a16:creationId xmlns:a16="http://schemas.microsoft.com/office/drawing/2014/main" id="{429C64BC-8915-422E-9361-EE04C48FF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261028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F2A14E-4CAC-D63F-0B0B-286E44F66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3930417" cy="24797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EXERCISE 🫥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FCC0ED-243A-E45C-E0A3-78DF712B6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340" y="1023462"/>
            <a:ext cx="6382411" cy="480276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BA2479-1CFA-4048-D989-A4D6A60884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6FDCC5B1-62D5-4835-9D64-34BCFE87B16E}" type="datetime1">
              <a:rPr lang="en-US" smtClean="0"/>
              <a:pPr defTabSz="914400">
                <a:spcAft>
                  <a:spcPts val="600"/>
                </a:spcAft>
              </a:pPr>
              <a:t>10/9/2024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1B1CEB-A0E1-A398-A48E-6E18F4B80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BB2892-7F93-D807-94B1-C42A93FA1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488300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0297160-077C-4B0C-9F1E-6519CEDB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1F77CDE-CC8E-40E6-8745-8D7CB6208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3FCA172-142C-4352-A938-33B43EC3B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253BB53B-6660-4F6B-8C3C-4EAA148CF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921D1E67-3038-4399-8F14-244731FAE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B9A17FB9-5481-4E6D-A157-C4A1D8F29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B5B4D4B-6074-48B5-B7D7-5B22BDC2A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FE68CF5-4975-4F0E-98F8-E40F12E8F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B63AD0D6-BFAB-41EE-A0DD-BFEB6844D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A7EA9615-8E94-4E0C-BAF0-C52132326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6A76D71-0BE7-402F-BF24-CB0154E2A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8B18C09B-8FB5-4D88-B4FF-2090E7818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3A06FA18-2473-40B2-8AE0-DEDDC5E9A3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F187746C-FE57-4160-B924-6B283B332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D7337AAE-EB93-4FBD-9904-036641260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D6FA7169-C5DB-4F02-935F-AA39EDA4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A4195B93-DBB3-4197-8D91-A786D4753A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F2FF9EB-46CC-4A22-AF8A-9D11BC966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631DADE-538C-4EA4-9D90-3AED82E01B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35A7E2F-77A0-48A1-A881-1A12940D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AC39BAD-DB08-4260-BCE5-4E1FB09A4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68F31ED-A97B-4A9A-9F56-221FFB7A3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F362574E-3A61-4C31-915F-F541B7BE08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132BD431-3E1E-4528-AC59-5A23CE4CB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7DE7131F-209C-4427-96DA-26E0E973EE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3283DFDB-6A1C-41B8-B590-966064699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1DA3D6B3-30E3-4C45-A709-4F775DB84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8F481924-9C4A-4A91-8AB4-D796F33D7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53787DCF-DA69-4379-94AB-C361DF326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753DC9D9-196D-4C02-982F-935945BD5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E2AF9976-A85B-4FAC-ACA0-7B4F06D18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FD38ACD-F4A1-4970-BE99-87B0A0482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Right Triangle 81">
            <a:extLst>
              <a:ext uri="{FF2B5EF4-FFF2-40B4-BE49-F238E27FC236}">
                <a16:creationId xmlns:a16="http://schemas.microsoft.com/office/drawing/2014/main" id="{429C64BC-8915-422E-9361-EE04C48FF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261028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14FAF0-0B71-3724-6581-61CEB4F6F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3930417" cy="24797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EXERCISE 💎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2964F7-5D72-5CB0-3C6F-565DBD027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340" y="1310669"/>
            <a:ext cx="6382411" cy="466101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B05D20-C541-2D63-9D98-AC661D369C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6FDCC5B1-62D5-4835-9D64-34BCFE87B16E}" type="datetime1">
              <a:rPr lang="en-US" smtClean="0"/>
              <a:pPr defTabSz="914400">
                <a:spcAft>
                  <a:spcPts val="600"/>
                </a:spcAft>
              </a:pPr>
              <a:t>10/9/2024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F74750-A863-0468-565D-3FCE5406B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7F0279-C07F-28B4-DAE8-3EE9923BC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1458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osineVTI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83B841CBE624CBD6CA6C23B585E86" ma:contentTypeVersion="4" ma:contentTypeDescription="Create a new document." ma:contentTypeScope="" ma:versionID="df8140b7ff1f38641146e502cd7017ce">
  <xsd:schema xmlns:xsd="http://www.w3.org/2001/XMLSchema" xmlns:xs="http://www.w3.org/2001/XMLSchema" xmlns:p="http://schemas.microsoft.com/office/2006/metadata/properties" xmlns:ns3="5e1f2001-7a2a-475f-99ed-f287c302d85e" targetNamespace="http://schemas.microsoft.com/office/2006/metadata/properties" ma:root="true" ma:fieldsID="4ef91abf136de239640819636eae1c09" ns3:_="">
    <xsd:import namespace="5e1f2001-7a2a-475f-99ed-f287c302d85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1f2001-7a2a-475f-99ed-f287c302d8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7403B38-2017-46CB-BAFD-34E91D55FE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1f2001-7a2a-475f-99ed-f287c302d8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7028091-2C71-4358-873E-63FAA6926BD7}">
  <ds:schemaRefs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5e1f2001-7a2a-475f-99ed-f287c302d85e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3882337-F9FF-4386-BC46-5C61B288A5C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2374</TotalTime>
  <Words>511</Words>
  <Application>Microsoft Office PowerPoint</Application>
  <PresentationFormat>Widescreen</PresentationFormat>
  <Paragraphs>122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Grandview</vt:lpstr>
      <vt:lpstr>Wingdings</vt:lpstr>
      <vt:lpstr>CosineVTI</vt:lpstr>
      <vt:lpstr>Python Programming Bootcamp - Week 3, Day 4</vt:lpstr>
      <vt:lpstr>Learning Objectives</vt:lpstr>
      <vt:lpstr>Types of Errors in Python</vt:lpstr>
      <vt:lpstr>Introduction to Exception Handling</vt:lpstr>
      <vt:lpstr>try, except, and finally Blocks</vt:lpstr>
      <vt:lpstr>Handling Multiple Exceptions</vt:lpstr>
      <vt:lpstr>The else Clause in Exception Handling</vt:lpstr>
      <vt:lpstr>Raising Exceptions</vt:lpstr>
      <vt:lpstr>Hands-On Exercise 1</vt:lpstr>
      <vt:lpstr>The finally Clause</vt:lpstr>
      <vt:lpstr>Debugging Techniques</vt:lpstr>
      <vt:lpstr>Hands-On Exercise 2</vt:lpstr>
      <vt:lpstr>Debugging with assert</vt:lpstr>
      <vt:lpstr>Using the pdb Module for Debugging</vt:lpstr>
      <vt:lpstr>Hands-On Group Activity</vt:lpstr>
      <vt:lpstr>Recap and Key Takeaways</vt:lpstr>
      <vt:lpstr>Q&amp;A</vt:lpstr>
      <vt:lpstr>MATCH THE SOLUTIONS 😒</vt:lpstr>
      <vt:lpstr>EXERCISE 😊</vt:lpstr>
      <vt:lpstr>EXERCISE 🫥</vt:lpstr>
      <vt:lpstr>EXERCISE 💎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Atta Muhammad</dc:creator>
  <cp:lastModifiedBy>Atta Muhammad</cp:lastModifiedBy>
  <cp:revision>451</cp:revision>
  <dcterms:created xsi:type="dcterms:W3CDTF">2024-09-22T16:39:41Z</dcterms:created>
  <dcterms:modified xsi:type="dcterms:W3CDTF">2024-10-09T04:46:35Z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0x01010045B83B841CBE624CBD6CA6C23B585E86</vt:lpwstr>
  </property>
</Properties>
</file>