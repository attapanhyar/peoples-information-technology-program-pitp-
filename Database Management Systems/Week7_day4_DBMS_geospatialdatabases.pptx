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29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3969" autoAdjust="0"/>
  </p:normalViewPr>
  <p:slideViewPr>
    <p:cSldViewPr snapToGrid="0" snapToObjects="1">
      <p:cViewPr varScale="1">
        <p:scale>
          <a:sx n="64" d="100"/>
          <a:sy n="64" d="100"/>
        </p:scale>
        <p:origin x="1992" y="7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01/01/2025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9CAA9-D0B1-4253-95AF-C412DFC374A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624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mongodb/docs-assets/geospatial/restaurants.json" TargetMode="External"/><Relationship Id="rId2" Type="http://schemas.openxmlformats.org/officeDocument/2006/relationships/hyperlink" Target="https://raw.githubusercontent.com/mongodb/docs-assets/geospatial/neighborhoods.js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1992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7, Day 4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MongoDB—Geospatial Databases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7E8D-FF7E-6815-5960-C75E6AF6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Download Sample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D657-DA0D-11FC-7FD3-24F03A256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1E2B"/>
                </a:solidFill>
                <a:effectLst/>
                <a:latin typeface="Euclid Circular A"/>
              </a:rPr>
              <a:t>Download the example datasets from</a:t>
            </a:r>
          </a:p>
          <a:p>
            <a:r>
              <a:rPr lang="en-GB" b="1" dirty="0">
                <a:solidFill>
                  <a:srgbClr val="001E2B"/>
                </a:solidFill>
                <a:latin typeface="Euclid Circular A"/>
              </a:rPr>
              <a:t>Neighbourhoods</a:t>
            </a:r>
            <a:r>
              <a:rPr lang="en-GB" dirty="0">
                <a:solidFill>
                  <a:srgbClr val="001E2B"/>
                </a:solidFill>
                <a:latin typeface="Euclid Circular A"/>
              </a:rPr>
              <a:t>:</a:t>
            </a:r>
          </a:p>
          <a:p>
            <a:pPr lvl="1"/>
            <a:r>
              <a:rPr lang="en-GB" b="0" i="0" dirty="0">
                <a:solidFill>
                  <a:srgbClr val="001E2B"/>
                </a:solidFill>
                <a:effectLst/>
                <a:latin typeface="Euclid Circular A"/>
              </a:rPr>
              <a:t> </a:t>
            </a:r>
            <a:r>
              <a:rPr lang="en-GB" i="0" dirty="0">
                <a:effectLst/>
                <a:latin typeface="Euclid Circular A"/>
                <a:hlinkClick r:id="rId2"/>
              </a:rPr>
              <a:t>https://raw.githubusercontent.com/mongodb/docs-assets/geospatial/neighborhoods.json</a:t>
            </a:r>
            <a:r>
              <a:rPr lang="en-GB" b="0" i="0" dirty="0">
                <a:solidFill>
                  <a:srgbClr val="001E2B"/>
                </a:solidFill>
                <a:effectLst/>
                <a:latin typeface="Euclid Circular A"/>
              </a:rPr>
              <a:t> </a:t>
            </a:r>
          </a:p>
          <a:p>
            <a:r>
              <a:rPr lang="en-GB" b="1" i="0" dirty="0">
                <a:effectLst/>
                <a:latin typeface="Euclid Circular A"/>
              </a:rPr>
              <a:t>Restaurants</a:t>
            </a:r>
            <a:r>
              <a:rPr lang="en-GB" i="0" dirty="0">
                <a:effectLst/>
                <a:latin typeface="Euclid Circular A"/>
              </a:rPr>
              <a:t>:</a:t>
            </a:r>
            <a:endParaRPr lang="en-GB" i="0" dirty="0">
              <a:effectLst/>
              <a:latin typeface="Euclid Circular A"/>
              <a:hlinkClick r:id="rId3"/>
            </a:endParaRPr>
          </a:p>
          <a:p>
            <a:pPr lvl="1"/>
            <a:r>
              <a:rPr lang="en-GB" i="0" dirty="0">
                <a:effectLst/>
                <a:latin typeface="Euclid Circular A"/>
                <a:hlinkClick r:id="rId3"/>
              </a:rPr>
              <a:t>https://raw.githubusercontent.com/mongodb/docs-assets/geospatial/restaurants.json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7F445-CA7A-D4A5-E00B-20251D4E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BFA4-675D-7D5D-0C23-8E5185C1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92A4B-AA0F-A03C-B31B-445F1BD1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4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CA7EA-5A1E-7893-C183-99E7B1DF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Import Collections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5E85E6-9806-C8B0-0022-0D516609B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796956"/>
            <a:ext cx="8178799" cy="41507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808B6-ACDA-E440-70DD-8089B4017A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71930-F75C-D84A-77A9-08276408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98347-638D-1E6A-40CD-FD4C43E4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4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033E1-D1ED-0A98-DBA2-39825FD8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r>
              <a:rPr lang="en-GB"/>
              <a:t>Create Indexes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4AF8F8-293D-F0C6-1BFE-DFEC30D98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16" y="690842"/>
            <a:ext cx="7406444" cy="21945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89C4-4021-96A2-0C47-66F35E9F0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084" y="3884452"/>
            <a:ext cx="4292266" cy="2398713"/>
          </a:xfrm>
        </p:spPr>
        <p:txBody>
          <a:bodyPr anchor="ctr">
            <a:normAutofit/>
          </a:bodyPr>
          <a:lstStyle/>
          <a:p>
            <a:r>
              <a:rPr lang="en-GB" sz="1700"/>
              <a:t>A geospatial index, and almost always improves performance of $geoWithin and $geoIntersects queries.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A106C-9E0D-5706-5BA3-71B51B50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900"/>
              <a:pPr>
                <a:spcAft>
                  <a:spcPts val="600"/>
                </a:spcAft>
              </a:pPr>
              <a:t>1/1/2025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792D2-03E4-AD80-0F89-A87E5307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90753-3C6A-706E-47BE-85D93FA3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/>
              <a:pPr>
                <a:spcAft>
                  <a:spcPts val="600"/>
                </a:spcAft>
              </a:pPr>
              <a:t>5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2151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6F381-BE1D-005B-A481-4F09CE5A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Exploring the Data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7CD0-0C02-B00F-C9FB-F0AF94A43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61" y="4631161"/>
            <a:ext cx="2678858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Inspect an entry in the newly-created GeoRest collection in mongosh: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70ED4983-F0AA-0A71-EDAE-3D9D3944E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592842"/>
            <a:ext cx="5410962" cy="36448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2ABC0-EB2D-A158-93C0-0EA8B6E8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82507-14E0-98B7-4E0A-A3C210D8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80AB8-FC8D-4454-B2A3-445F17A6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6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44325-4B1A-4186-8333-906F23C3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it-IT" sz="3500" b="1" i="0">
                <a:effectLst/>
                <a:latin typeface="Euclid Circular A"/>
              </a:rPr>
              <a:t>Current Neighborhood</a:t>
            </a:r>
            <a:endParaRPr lang="en-GB" sz="3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6175-CF35-3FD1-6C9D-DD6C5C510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138" y="1459907"/>
            <a:ext cx="7631722" cy="767904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1600"/>
              <a:t>Suppose the user is located at -73.93414657 longitude and 40.82302903 latitude. To find the current neighborhood, you will specify a point using the special $geometry field in GeoJSON format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D367D-0EA9-2FA0-5B10-B093AD88B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44" y="2405149"/>
            <a:ext cx="7763338" cy="38993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62D4-370A-0652-4BC1-D14695D9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6EEF2-DE89-164E-3199-C994D928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32687-B674-EE7F-9923-D587771A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5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9E95-1ED2-2510-1EC6-08F468696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7BAFFC-D854-ED69-1C92-EBD3C0AAF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548" y="2019837"/>
            <a:ext cx="6658904" cy="36866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CB7C8-474A-DA06-7494-BCBC0B67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0BC11-EA01-17D7-7846-D1AB144B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6D39B-11BD-C8F2-6141-4709A1FC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4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3619F-41F9-29FD-0200-229931DD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Find all Restaurants in the Neighborhood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F118-D337-B2DF-D53D-96479C4BD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60" y="1809541"/>
            <a:ext cx="818223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also query to find all restaurants contained in a given neighborhood (127)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EA693-6E2E-DD7D-2510-9B890F16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A0803-6A0D-5CF3-FAB1-771275E4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42609-C5D5-43C2-2C30-4CEB3D7E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26C51A-BEDF-9FEA-C8F7-D14454196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78" y="2614499"/>
            <a:ext cx="8373644" cy="335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79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C5772-0CE9-B113-F0DB-1AD4900B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600" b="1" i="0">
                <a:effectLst/>
                <a:latin typeface="Euclid Circular A"/>
              </a:rPr>
              <a:t>Find Restaurants within a Distance</a:t>
            </a:r>
            <a:endParaRPr lang="en-GB" sz="26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FDAD943-7AC3-9B2E-FD13-A0AC1049B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endParaRPr lang="en-US" sz="19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6A4B91-67F9-8736-00EF-407F0DBF1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3032109"/>
            <a:ext cx="8188452" cy="24770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1DB9E-599A-E249-A571-A87D9A04C5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3394-68A5-964B-B0F8-2A489929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29531-B489-B89F-45AC-F31DB6F4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1/1/2025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2929</TotalTime>
  <Words>216</Words>
  <Application>Microsoft Office PowerPoint</Application>
  <PresentationFormat>On-screen Show (4:3)</PresentationFormat>
  <Paragraphs>52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Euclid Circular A</vt:lpstr>
      <vt:lpstr>Office Theme</vt:lpstr>
      <vt:lpstr>PowerPoint Presentation</vt:lpstr>
      <vt:lpstr>Database Management Systems</vt:lpstr>
      <vt:lpstr>Download Sample Database</vt:lpstr>
      <vt:lpstr>Import Collections</vt:lpstr>
      <vt:lpstr>Create Indexes</vt:lpstr>
      <vt:lpstr>Exploring the Data</vt:lpstr>
      <vt:lpstr>Current Neighborhood</vt:lpstr>
      <vt:lpstr>Output</vt:lpstr>
      <vt:lpstr>Find all Restaurants in the Neighborhood</vt:lpstr>
      <vt:lpstr>Find Restaurants within a Distance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513</cp:revision>
  <dcterms:created xsi:type="dcterms:W3CDTF">2013-01-27T09:14:16Z</dcterms:created>
  <dcterms:modified xsi:type="dcterms:W3CDTF">2025-01-01T07:41:23Z</dcterms:modified>
  <cp:category/>
</cp:coreProperties>
</file>