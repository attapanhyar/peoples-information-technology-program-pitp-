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2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53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6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9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270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09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05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760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5750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89301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456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0213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366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407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1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45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Administrator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 Time Table</a:t>
            </a:r>
          </a:p>
        </p:txBody>
      </p:sp>
    </p:spTree>
    <p:extLst>
      <p:ext uri="{BB962C8B-B14F-4D97-AF65-F5344CB8AC3E}">
        <p14:creationId xmlns:p14="http://schemas.microsoft.com/office/powerpoint/2010/main" val="50472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67419"/>
            <a:ext cx="8596668" cy="577394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ER DIAGRAM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57" y="1049960"/>
            <a:ext cx="8065542" cy="499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65" y="241540"/>
            <a:ext cx="8621940" cy="646982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LOGICAL Schema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65" y="1046655"/>
            <a:ext cx="7909105" cy="564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773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10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Trebuchet MS</vt:lpstr>
      <vt:lpstr>Wingdings 3</vt:lpstr>
      <vt:lpstr>Facet</vt:lpstr>
      <vt:lpstr>Database Administrator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Administrator </dc:title>
  <dc:creator>Vishal kumar</dc:creator>
  <cp:lastModifiedBy>Atta Muhammad</cp:lastModifiedBy>
  <cp:revision>4</cp:revision>
  <dcterms:created xsi:type="dcterms:W3CDTF">2024-11-26T18:44:24Z</dcterms:created>
  <dcterms:modified xsi:type="dcterms:W3CDTF">2024-12-04T04:46:58Z</dcterms:modified>
</cp:coreProperties>
</file>