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8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6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918CC-A733-4BA6-99EA-18D88D6741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3148603-0771-4B09-B93D-AD308AF8F09E}">
      <dgm:prSet/>
      <dgm:spPr/>
      <dgm:t>
        <a:bodyPr/>
        <a:lstStyle/>
        <a:p>
          <a:r>
            <a:rPr lang="en-US"/>
            <a:t>To manage large datasets efficiently</a:t>
          </a:r>
        </a:p>
      </dgm:t>
    </dgm:pt>
    <dgm:pt modelId="{25EBE5B9-EDB4-4618-8D85-61C0FC79A24D}" type="parTrans" cxnId="{D98DBAC9-30A3-4052-8D4E-B7A6F4CF0B94}">
      <dgm:prSet/>
      <dgm:spPr/>
      <dgm:t>
        <a:bodyPr/>
        <a:lstStyle/>
        <a:p>
          <a:endParaRPr lang="en-US"/>
        </a:p>
      </dgm:t>
    </dgm:pt>
    <dgm:pt modelId="{47FD0C7D-EDB1-45F9-8C89-0D835410FC97}" type="sibTrans" cxnId="{D98DBAC9-30A3-4052-8D4E-B7A6F4CF0B94}">
      <dgm:prSet/>
      <dgm:spPr/>
      <dgm:t>
        <a:bodyPr/>
        <a:lstStyle/>
        <a:p>
          <a:endParaRPr lang="en-US"/>
        </a:p>
      </dgm:t>
    </dgm:pt>
    <dgm:pt modelId="{2C669FCE-B16B-41B7-AB62-DFCA96FA21E7}">
      <dgm:prSet/>
      <dgm:spPr/>
      <dgm:t>
        <a:bodyPr/>
        <a:lstStyle/>
        <a:p>
          <a:r>
            <a:rPr lang="en-US"/>
            <a:t>Ensure data accuracy and consistency</a:t>
          </a:r>
        </a:p>
      </dgm:t>
    </dgm:pt>
    <dgm:pt modelId="{72A4065E-060B-450E-8879-1A853BB09472}" type="parTrans" cxnId="{688E494D-CCDE-4811-B38F-42F1DF8A6345}">
      <dgm:prSet/>
      <dgm:spPr/>
      <dgm:t>
        <a:bodyPr/>
        <a:lstStyle/>
        <a:p>
          <a:endParaRPr lang="en-US"/>
        </a:p>
      </dgm:t>
    </dgm:pt>
    <dgm:pt modelId="{CABF07B6-E731-4B23-B21B-2BA90C5977CA}" type="sibTrans" cxnId="{688E494D-CCDE-4811-B38F-42F1DF8A6345}">
      <dgm:prSet/>
      <dgm:spPr/>
      <dgm:t>
        <a:bodyPr/>
        <a:lstStyle/>
        <a:p>
          <a:endParaRPr lang="en-US"/>
        </a:p>
      </dgm:t>
    </dgm:pt>
    <dgm:pt modelId="{EA2FE752-8478-4A22-A3A6-8A0E4AF3E39B}">
      <dgm:prSet/>
      <dgm:spPr/>
      <dgm:t>
        <a:bodyPr/>
        <a:lstStyle/>
        <a:p>
          <a:r>
            <a:rPr lang="en-US"/>
            <a:t>Enable multi-user access with security</a:t>
          </a:r>
        </a:p>
      </dgm:t>
    </dgm:pt>
    <dgm:pt modelId="{E61C86D9-B4A6-4977-B01A-AA0253F976CE}" type="parTrans" cxnId="{11E9DDC1-930A-429D-886D-24659073EBDA}">
      <dgm:prSet/>
      <dgm:spPr/>
      <dgm:t>
        <a:bodyPr/>
        <a:lstStyle/>
        <a:p>
          <a:endParaRPr lang="en-US"/>
        </a:p>
      </dgm:t>
    </dgm:pt>
    <dgm:pt modelId="{21A7E38F-EE46-44EE-84A1-CC63CE60FD0E}" type="sibTrans" cxnId="{11E9DDC1-930A-429D-886D-24659073EBDA}">
      <dgm:prSet/>
      <dgm:spPr/>
      <dgm:t>
        <a:bodyPr/>
        <a:lstStyle/>
        <a:p>
          <a:endParaRPr lang="en-US"/>
        </a:p>
      </dgm:t>
    </dgm:pt>
    <dgm:pt modelId="{C25BB4AC-5015-4834-86B2-5F66746884C4}" type="pres">
      <dgm:prSet presAssocID="{C8D918CC-A733-4BA6-99EA-18D88D674160}" presName="root" presStyleCnt="0">
        <dgm:presLayoutVars>
          <dgm:dir/>
          <dgm:resizeHandles val="exact"/>
        </dgm:presLayoutVars>
      </dgm:prSet>
      <dgm:spPr/>
    </dgm:pt>
    <dgm:pt modelId="{E0EB2BF7-5808-4305-B62D-1D76B722EB6C}" type="pres">
      <dgm:prSet presAssocID="{13148603-0771-4B09-B93D-AD308AF8F09E}" presName="compNode" presStyleCnt="0"/>
      <dgm:spPr/>
    </dgm:pt>
    <dgm:pt modelId="{BE84489A-0186-4C4E-A1ED-4EC43F677E5B}" type="pres">
      <dgm:prSet presAssocID="{13148603-0771-4B09-B93D-AD308AF8F09E}" presName="bgRect" presStyleLbl="bgShp" presStyleIdx="0" presStyleCnt="3"/>
      <dgm:spPr/>
    </dgm:pt>
    <dgm:pt modelId="{B7E6E492-0CA7-4EF0-A8D9-B15CDF058994}" type="pres">
      <dgm:prSet presAssocID="{13148603-0771-4B09-B93D-AD308AF8F0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A1C0C01-C402-43D9-9EC1-7B34BC8BA3E9}" type="pres">
      <dgm:prSet presAssocID="{13148603-0771-4B09-B93D-AD308AF8F09E}" presName="spaceRect" presStyleCnt="0"/>
      <dgm:spPr/>
    </dgm:pt>
    <dgm:pt modelId="{7F4BFBF7-248A-49A4-AF6C-A1434F1F14A4}" type="pres">
      <dgm:prSet presAssocID="{13148603-0771-4B09-B93D-AD308AF8F09E}" presName="parTx" presStyleLbl="revTx" presStyleIdx="0" presStyleCnt="3">
        <dgm:presLayoutVars>
          <dgm:chMax val="0"/>
          <dgm:chPref val="0"/>
        </dgm:presLayoutVars>
      </dgm:prSet>
      <dgm:spPr/>
    </dgm:pt>
    <dgm:pt modelId="{8ADA45AE-BCD6-419F-A046-DC02CF5CD1B4}" type="pres">
      <dgm:prSet presAssocID="{47FD0C7D-EDB1-45F9-8C89-0D835410FC97}" presName="sibTrans" presStyleCnt="0"/>
      <dgm:spPr/>
    </dgm:pt>
    <dgm:pt modelId="{6EA64B9F-BA53-462E-A5C8-AD250CB43A25}" type="pres">
      <dgm:prSet presAssocID="{2C669FCE-B16B-41B7-AB62-DFCA96FA21E7}" presName="compNode" presStyleCnt="0"/>
      <dgm:spPr/>
    </dgm:pt>
    <dgm:pt modelId="{DAADB508-0042-46D8-B7F7-041431AB4A0A}" type="pres">
      <dgm:prSet presAssocID="{2C669FCE-B16B-41B7-AB62-DFCA96FA21E7}" presName="bgRect" presStyleLbl="bgShp" presStyleIdx="1" presStyleCnt="3"/>
      <dgm:spPr/>
    </dgm:pt>
    <dgm:pt modelId="{22C4B2F7-8F9B-476D-A255-2D2AC89E7093}" type="pres">
      <dgm:prSet presAssocID="{2C669FCE-B16B-41B7-AB62-DFCA96FA21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C5E798A-E8E8-4D30-900C-1C230C734DA4}" type="pres">
      <dgm:prSet presAssocID="{2C669FCE-B16B-41B7-AB62-DFCA96FA21E7}" presName="spaceRect" presStyleCnt="0"/>
      <dgm:spPr/>
    </dgm:pt>
    <dgm:pt modelId="{5D77F667-E8A7-4F63-8F4C-88497A8BF3BD}" type="pres">
      <dgm:prSet presAssocID="{2C669FCE-B16B-41B7-AB62-DFCA96FA21E7}" presName="parTx" presStyleLbl="revTx" presStyleIdx="1" presStyleCnt="3">
        <dgm:presLayoutVars>
          <dgm:chMax val="0"/>
          <dgm:chPref val="0"/>
        </dgm:presLayoutVars>
      </dgm:prSet>
      <dgm:spPr/>
    </dgm:pt>
    <dgm:pt modelId="{E2E1C77C-7B08-4EF7-8F19-B47CE8A2471A}" type="pres">
      <dgm:prSet presAssocID="{CABF07B6-E731-4B23-B21B-2BA90C5977CA}" presName="sibTrans" presStyleCnt="0"/>
      <dgm:spPr/>
    </dgm:pt>
    <dgm:pt modelId="{055B1E58-E8EE-4729-B7F6-F1F2EC0DFEF4}" type="pres">
      <dgm:prSet presAssocID="{EA2FE752-8478-4A22-A3A6-8A0E4AF3E39B}" presName="compNode" presStyleCnt="0"/>
      <dgm:spPr/>
    </dgm:pt>
    <dgm:pt modelId="{5DB16947-907E-4BB6-9395-ABB0046E7882}" type="pres">
      <dgm:prSet presAssocID="{EA2FE752-8478-4A22-A3A6-8A0E4AF3E39B}" presName="bgRect" presStyleLbl="bgShp" presStyleIdx="2" presStyleCnt="3"/>
      <dgm:spPr/>
    </dgm:pt>
    <dgm:pt modelId="{00FA67E4-589D-409C-8E9C-1DA41D3B61A2}" type="pres">
      <dgm:prSet presAssocID="{EA2FE752-8478-4A22-A3A6-8A0E4AF3E3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19F75F7-38E1-48EB-87FC-12827C4C3D5B}" type="pres">
      <dgm:prSet presAssocID="{EA2FE752-8478-4A22-A3A6-8A0E4AF3E39B}" presName="spaceRect" presStyleCnt="0"/>
      <dgm:spPr/>
    </dgm:pt>
    <dgm:pt modelId="{2468FDF0-9972-4330-98CC-99C1E6147987}" type="pres">
      <dgm:prSet presAssocID="{EA2FE752-8478-4A22-A3A6-8A0E4AF3E39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7775120-8721-4D9A-886D-AEA641B45251}" type="presOf" srcId="{C8D918CC-A733-4BA6-99EA-18D88D674160}" destId="{C25BB4AC-5015-4834-86B2-5F66746884C4}" srcOrd="0" destOrd="0" presId="urn:microsoft.com/office/officeart/2018/2/layout/IconVerticalSolidList"/>
    <dgm:cxn modelId="{D676F640-AC08-4C44-9BDA-144969FF2CA9}" type="presOf" srcId="{EA2FE752-8478-4A22-A3A6-8A0E4AF3E39B}" destId="{2468FDF0-9972-4330-98CC-99C1E6147987}" srcOrd="0" destOrd="0" presId="urn:microsoft.com/office/officeart/2018/2/layout/IconVerticalSolidList"/>
    <dgm:cxn modelId="{688E494D-CCDE-4811-B38F-42F1DF8A6345}" srcId="{C8D918CC-A733-4BA6-99EA-18D88D674160}" destId="{2C669FCE-B16B-41B7-AB62-DFCA96FA21E7}" srcOrd="1" destOrd="0" parTransId="{72A4065E-060B-450E-8879-1A853BB09472}" sibTransId="{CABF07B6-E731-4B23-B21B-2BA90C5977CA}"/>
    <dgm:cxn modelId="{B38C9078-6468-4586-91D6-CE19190684DC}" type="presOf" srcId="{2C669FCE-B16B-41B7-AB62-DFCA96FA21E7}" destId="{5D77F667-E8A7-4F63-8F4C-88497A8BF3BD}" srcOrd="0" destOrd="0" presId="urn:microsoft.com/office/officeart/2018/2/layout/IconVerticalSolidList"/>
    <dgm:cxn modelId="{3B53BEBB-5E0B-44BC-892B-BDD112121CA8}" type="presOf" srcId="{13148603-0771-4B09-B93D-AD308AF8F09E}" destId="{7F4BFBF7-248A-49A4-AF6C-A1434F1F14A4}" srcOrd="0" destOrd="0" presId="urn:microsoft.com/office/officeart/2018/2/layout/IconVerticalSolidList"/>
    <dgm:cxn modelId="{11E9DDC1-930A-429D-886D-24659073EBDA}" srcId="{C8D918CC-A733-4BA6-99EA-18D88D674160}" destId="{EA2FE752-8478-4A22-A3A6-8A0E4AF3E39B}" srcOrd="2" destOrd="0" parTransId="{E61C86D9-B4A6-4977-B01A-AA0253F976CE}" sibTransId="{21A7E38F-EE46-44EE-84A1-CC63CE60FD0E}"/>
    <dgm:cxn modelId="{D98DBAC9-30A3-4052-8D4E-B7A6F4CF0B94}" srcId="{C8D918CC-A733-4BA6-99EA-18D88D674160}" destId="{13148603-0771-4B09-B93D-AD308AF8F09E}" srcOrd="0" destOrd="0" parTransId="{25EBE5B9-EDB4-4618-8D85-61C0FC79A24D}" sibTransId="{47FD0C7D-EDB1-45F9-8C89-0D835410FC97}"/>
    <dgm:cxn modelId="{59094FEC-3646-4CF7-9392-975CFBE8435B}" type="presParOf" srcId="{C25BB4AC-5015-4834-86B2-5F66746884C4}" destId="{E0EB2BF7-5808-4305-B62D-1D76B722EB6C}" srcOrd="0" destOrd="0" presId="urn:microsoft.com/office/officeart/2018/2/layout/IconVerticalSolidList"/>
    <dgm:cxn modelId="{A5CEA2D0-784B-48EC-9B2A-9373D882A39A}" type="presParOf" srcId="{E0EB2BF7-5808-4305-B62D-1D76B722EB6C}" destId="{BE84489A-0186-4C4E-A1ED-4EC43F677E5B}" srcOrd="0" destOrd="0" presId="urn:microsoft.com/office/officeart/2018/2/layout/IconVerticalSolidList"/>
    <dgm:cxn modelId="{A6175237-3BD5-467C-9E5D-94F8525F353A}" type="presParOf" srcId="{E0EB2BF7-5808-4305-B62D-1D76B722EB6C}" destId="{B7E6E492-0CA7-4EF0-A8D9-B15CDF058994}" srcOrd="1" destOrd="0" presId="urn:microsoft.com/office/officeart/2018/2/layout/IconVerticalSolidList"/>
    <dgm:cxn modelId="{8E8AC987-103B-46EB-ABB8-91E4184EE869}" type="presParOf" srcId="{E0EB2BF7-5808-4305-B62D-1D76B722EB6C}" destId="{3A1C0C01-C402-43D9-9EC1-7B34BC8BA3E9}" srcOrd="2" destOrd="0" presId="urn:microsoft.com/office/officeart/2018/2/layout/IconVerticalSolidList"/>
    <dgm:cxn modelId="{8A1ED343-8CC1-4F6A-8BE6-462CAFD3D774}" type="presParOf" srcId="{E0EB2BF7-5808-4305-B62D-1D76B722EB6C}" destId="{7F4BFBF7-248A-49A4-AF6C-A1434F1F14A4}" srcOrd="3" destOrd="0" presId="urn:microsoft.com/office/officeart/2018/2/layout/IconVerticalSolidList"/>
    <dgm:cxn modelId="{06778E50-6B10-48A8-BE62-F27AAD5BF4E4}" type="presParOf" srcId="{C25BB4AC-5015-4834-86B2-5F66746884C4}" destId="{8ADA45AE-BCD6-419F-A046-DC02CF5CD1B4}" srcOrd="1" destOrd="0" presId="urn:microsoft.com/office/officeart/2018/2/layout/IconVerticalSolidList"/>
    <dgm:cxn modelId="{53F12920-1130-4ABE-878F-97737A75981B}" type="presParOf" srcId="{C25BB4AC-5015-4834-86B2-5F66746884C4}" destId="{6EA64B9F-BA53-462E-A5C8-AD250CB43A25}" srcOrd="2" destOrd="0" presId="urn:microsoft.com/office/officeart/2018/2/layout/IconVerticalSolidList"/>
    <dgm:cxn modelId="{C45ED249-3E94-4F7D-89CE-3B68043A5D01}" type="presParOf" srcId="{6EA64B9F-BA53-462E-A5C8-AD250CB43A25}" destId="{DAADB508-0042-46D8-B7F7-041431AB4A0A}" srcOrd="0" destOrd="0" presId="urn:microsoft.com/office/officeart/2018/2/layout/IconVerticalSolidList"/>
    <dgm:cxn modelId="{89602186-A004-41C3-8710-3862485543C8}" type="presParOf" srcId="{6EA64B9F-BA53-462E-A5C8-AD250CB43A25}" destId="{22C4B2F7-8F9B-476D-A255-2D2AC89E7093}" srcOrd="1" destOrd="0" presId="urn:microsoft.com/office/officeart/2018/2/layout/IconVerticalSolidList"/>
    <dgm:cxn modelId="{5042E086-5EE1-4CD4-A6D6-CE48A1E0CAF9}" type="presParOf" srcId="{6EA64B9F-BA53-462E-A5C8-AD250CB43A25}" destId="{FC5E798A-E8E8-4D30-900C-1C230C734DA4}" srcOrd="2" destOrd="0" presId="urn:microsoft.com/office/officeart/2018/2/layout/IconVerticalSolidList"/>
    <dgm:cxn modelId="{B00E3289-2222-4358-99CC-55115092141F}" type="presParOf" srcId="{6EA64B9F-BA53-462E-A5C8-AD250CB43A25}" destId="{5D77F667-E8A7-4F63-8F4C-88497A8BF3BD}" srcOrd="3" destOrd="0" presId="urn:microsoft.com/office/officeart/2018/2/layout/IconVerticalSolidList"/>
    <dgm:cxn modelId="{672A4BF5-3FED-4EC1-BCBB-CADDFA84F868}" type="presParOf" srcId="{C25BB4AC-5015-4834-86B2-5F66746884C4}" destId="{E2E1C77C-7B08-4EF7-8F19-B47CE8A2471A}" srcOrd="3" destOrd="0" presId="urn:microsoft.com/office/officeart/2018/2/layout/IconVerticalSolidList"/>
    <dgm:cxn modelId="{306F399B-F987-46BA-AFDA-AEA1632BB36E}" type="presParOf" srcId="{C25BB4AC-5015-4834-86B2-5F66746884C4}" destId="{055B1E58-E8EE-4729-B7F6-F1F2EC0DFEF4}" srcOrd="4" destOrd="0" presId="urn:microsoft.com/office/officeart/2018/2/layout/IconVerticalSolidList"/>
    <dgm:cxn modelId="{0B1327DD-6D27-4BD3-84AF-4ABD4D26F4F0}" type="presParOf" srcId="{055B1E58-E8EE-4729-B7F6-F1F2EC0DFEF4}" destId="{5DB16947-907E-4BB6-9395-ABB0046E7882}" srcOrd="0" destOrd="0" presId="urn:microsoft.com/office/officeart/2018/2/layout/IconVerticalSolidList"/>
    <dgm:cxn modelId="{7AF285E7-0F63-4F90-A79A-DAAB40BF0745}" type="presParOf" srcId="{055B1E58-E8EE-4729-B7F6-F1F2EC0DFEF4}" destId="{00FA67E4-589D-409C-8E9C-1DA41D3B61A2}" srcOrd="1" destOrd="0" presId="urn:microsoft.com/office/officeart/2018/2/layout/IconVerticalSolidList"/>
    <dgm:cxn modelId="{CBDE70F0-C873-4BBB-9FAD-0F4F4B43DA10}" type="presParOf" srcId="{055B1E58-E8EE-4729-B7F6-F1F2EC0DFEF4}" destId="{419F75F7-38E1-48EB-87FC-12827C4C3D5B}" srcOrd="2" destOrd="0" presId="urn:microsoft.com/office/officeart/2018/2/layout/IconVerticalSolidList"/>
    <dgm:cxn modelId="{CBAA1433-E7DF-443E-B529-FB47219571E5}" type="presParOf" srcId="{055B1E58-E8EE-4729-B7F6-F1F2EC0DFEF4}" destId="{2468FDF0-9972-4330-98CC-99C1E61479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1971F6-3A61-4430-B70A-0ADDBEBF49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B42CFBD-10C4-480D-8540-147BF6279D88}">
      <dgm:prSet/>
      <dgm:spPr/>
      <dgm:t>
        <a:bodyPr/>
        <a:lstStyle/>
        <a:p>
          <a:r>
            <a:rPr lang="en-US"/>
            <a:t>1. Database Design</a:t>
          </a:r>
        </a:p>
      </dgm:t>
    </dgm:pt>
    <dgm:pt modelId="{D55F78BA-5368-4312-B7B4-F0BA47C4E3F6}" type="parTrans" cxnId="{64194D09-83E7-43CF-AD02-F1A9052E2E72}">
      <dgm:prSet/>
      <dgm:spPr/>
      <dgm:t>
        <a:bodyPr/>
        <a:lstStyle/>
        <a:p>
          <a:endParaRPr lang="en-US"/>
        </a:p>
      </dgm:t>
    </dgm:pt>
    <dgm:pt modelId="{0EC4A50B-A8BC-4ED8-97E0-6ED2CDD32386}" type="sibTrans" cxnId="{64194D09-83E7-43CF-AD02-F1A9052E2E72}">
      <dgm:prSet/>
      <dgm:spPr/>
      <dgm:t>
        <a:bodyPr/>
        <a:lstStyle/>
        <a:p>
          <a:endParaRPr lang="en-US"/>
        </a:p>
      </dgm:t>
    </dgm:pt>
    <dgm:pt modelId="{3D2CEF1D-1217-479E-8ECE-788631454C08}">
      <dgm:prSet/>
      <dgm:spPr/>
      <dgm:t>
        <a:bodyPr/>
        <a:lstStyle/>
        <a:p>
          <a:r>
            <a:rPr lang="en-US"/>
            <a:t>2. Performance Tuning</a:t>
          </a:r>
        </a:p>
      </dgm:t>
    </dgm:pt>
    <dgm:pt modelId="{A3A2E258-3CD3-48F4-A801-42BE9A564CBC}" type="parTrans" cxnId="{04758555-D99E-43EC-B87E-87E119AFCB6B}">
      <dgm:prSet/>
      <dgm:spPr/>
      <dgm:t>
        <a:bodyPr/>
        <a:lstStyle/>
        <a:p>
          <a:endParaRPr lang="en-US"/>
        </a:p>
      </dgm:t>
    </dgm:pt>
    <dgm:pt modelId="{9EB678AD-3E98-498E-B530-049F434AA24D}" type="sibTrans" cxnId="{04758555-D99E-43EC-B87E-87E119AFCB6B}">
      <dgm:prSet/>
      <dgm:spPr/>
      <dgm:t>
        <a:bodyPr/>
        <a:lstStyle/>
        <a:p>
          <a:endParaRPr lang="en-US"/>
        </a:p>
      </dgm:t>
    </dgm:pt>
    <dgm:pt modelId="{D9EF873C-DD58-4B55-874E-794AB39EEE81}">
      <dgm:prSet/>
      <dgm:spPr/>
      <dgm:t>
        <a:bodyPr/>
        <a:lstStyle/>
        <a:p>
          <a:r>
            <a:rPr lang="en-US"/>
            <a:t>3. Backup and Recovery</a:t>
          </a:r>
        </a:p>
      </dgm:t>
    </dgm:pt>
    <dgm:pt modelId="{B612A102-49C3-4538-9704-84DAF657115D}" type="parTrans" cxnId="{765467C2-F620-4AE6-B2F1-A35FEB760F9A}">
      <dgm:prSet/>
      <dgm:spPr/>
      <dgm:t>
        <a:bodyPr/>
        <a:lstStyle/>
        <a:p>
          <a:endParaRPr lang="en-US"/>
        </a:p>
      </dgm:t>
    </dgm:pt>
    <dgm:pt modelId="{F26B7A00-C79D-4505-8F2F-4D235E43531C}" type="sibTrans" cxnId="{765467C2-F620-4AE6-B2F1-A35FEB760F9A}">
      <dgm:prSet/>
      <dgm:spPr/>
      <dgm:t>
        <a:bodyPr/>
        <a:lstStyle/>
        <a:p>
          <a:endParaRPr lang="en-US"/>
        </a:p>
      </dgm:t>
    </dgm:pt>
    <dgm:pt modelId="{0EF3465C-9CAE-4113-8C7B-CDB32CA8343C}">
      <dgm:prSet/>
      <dgm:spPr/>
      <dgm:t>
        <a:bodyPr/>
        <a:lstStyle/>
        <a:p>
          <a:r>
            <a:rPr lang="en-US"/>
            <a:t>4. Security Management</a:t>
          </a:r>
        </a:p>
      </dgm:t>
    </dgm:pt>
    <dgm:pt modelId="{3A361D24-D0A0-4F08-9F0F-2D696DFE2188}" type="parTrans" cxnId="{351BF3A2-F2A6-4590-9814-C8261887C9E1}">
      <dgm:prSet/>
      <dgm:spPr/>
      <dgm:t>
        <a:bodyPr/>
        <a:lstStyle/>
        <a:p>
          <a:endParaRPr lang="en-US"/>
        </a:p>
      </dgm:t>
    </dgm:pt>
    <dgm:pt modelId="{C61476AB-1C0F-42AD-801E-AC427EB3122F}" type="sibTrans" cxnId="{351BF3A2-F2A6-4590-9814-C8261887C9E1}">
      <dgm:prSet/>
      <dgm:spPr/>
      <dgm:t>
        <a:bodyPr/>
        <a:lstStyle/>
        <a:p>
          <a:endParaRPr lang="en-US"/>
        </a:p>
      </dgm:t>
    </dgm:pt>
    <dgm:pt modelId="{A04C773B-64DB-4644-90F7-D4B34B6074C9}" type="pres">
      <dgm:prSet presAssocID="{F71971F6-3A61-4430-B70A-0ADDBEBF4969}" presName="root" presStyleCnt="0">
        <dgm:presLayoutVars>
          <dgm:dir/>
          <dgm:resizeHandles val="exact"/>
        </dgm:presLayoutVars>
      </dgm:prSet>
      <dgm:spPr/>
    </dgm:pt>
    <dgm:pt modelId="{8B8B6A7D-7420-4069-9078-E8C55B596842}" type="pres">
      <dgm:prSet presAssocID="{8B42CFBD-10C4-480D-8540-147BF6279D88}" presName="compNode" presStyleCnt="0"/>
      <dgm:spPr/>
    </dgm:pt>
    <dgm:pt modelId="{F03BB572-AB93-42F6-B27F-DD9F06B08576}" type="pres">
      <dgm:prSet presAssocID="{8B42CFBD-10C4-480D-8540-147BF6279D88}" presName="bgRect" presStyleLbl="bgShp" presStyleIdx="0" presStyleCnt="4"/>
      <dgm:spPr/>
    </dgm:pt>
    <dgm:pt modelId="{6465105B-C1BA-4407-8371-CDFD0799A182}" type="pres">
      <dgm:prSet presAssocID="{8B42CFBD-10C4-480D-8540-147BF6279D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229CAD2-87AB-427E-82DA-05138F954A83}" type="pres">
      <dgm:prSet presAssocID="{8B42CFBD-10C4-480D-8540-147BF6279D88}" presName="spaceRect" presStyleCnt="0"/>
      <dgm:spPr/>
    </dgm:pt>
    <dgm:pt modelId="{15206FF1-C694-46EA-9034-15EDA316FECC}" type="pres">
      <dgm:prSet presAssocID="{8B42CFBD-10C4-480D-8540-147BF6279D88}" presName="parTx" presStyleLbl="revTx" presStyleIdx="0" presStyleCnt="4">
        <dgm:presLayoutVars>
          <dgm:chMax val="0"/>
          <dgm:chPref val="0"/>
        </dgm:presLayoutVars>
      </dgm:prSet>
      <dgm:spPr/>
    </dgm:pt>
    <dgm:pt modelId="{FBA23C42-9C4C-41E1-BFBA-B43FAE86DE36}" type="pres">
      <dgm:prSet presAssocID="{0EC4A50B-A8BC-4ED8-97E0-6ED2CDD32386}" presName="sibTrans" presStyleCnt="0"/>
      <dgm:spPr/>
    </dgm:pt>
    <dgm:pt modelId="{041D50BF-EFF3-489C-B689-906549CFC7BE}" type="pres">
      <dgm:prSet presAssocID="{3D2CEF1D-1217-479E-8ECE-788631454C08}" presName="compNode" presStyleCnt="0"/>
      <dgm:spPr/>
    </dgm:pt>
    <dgm:pt modelId="{751BB6B0-0375-40F7-BB63-6B137674C53B}" type="pres">
      <dgm:prSet presAssocID="{3D2CEF1D-1217-479E-8ECE-788631454C08}" presName="bgRect" presStyleLbl="bgShp" presStyleIdx="1" presStyleCnt="4"/>
      <dgm:spPr/>
    </dgm:pt>
    <dgm:pt modelId="{0F6773DE-C8DF-41BD-B692-0353BED5581D}" type="pres">
      <dgm:prSet presAssocID="{3D2CEF1D-1217-479E-8ECE-788631454C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33B6BD7-17AD-43A3-9F81-B2C2EE1DE7C0}" type="pres">
      <dgm:prSet presAssocID="{3D2CEF1D-1217-479E-8ECE-788631454C08}" presName="spaceRect" presStyleCnt="0"/>
      <dgm:spPr/>
    </dgm:pt>
    <dgm:pt modelId="{07C6D3C3-913C-4EA0-B0ED-072795D9DF45}" type="pres">
      <dgm:prSet presAssocID="{3D2CEF1D-1217-479E-8ECE-788631454C08}" presName="parTx" presStyleLbl="revTx" presStyleIdx="1" presStyleCnt="4">
        <dgm:presLayoutVars>
          <dgm:chMax val="0"/>
          <dgm:chPref val="0"/>
        </dgm:presLayoutVars>
      </dgm:prSet>
      <dgm:spPr/>
    </dgm:pt>
    <dgm:pt modelId="{736C08A5-21DC-476D-BC12-855E6B8F9243}" type="pres">
      <dgm:prSet presAssocID="{9EB678AD-3E98-498E-B530-049F434AA24D}" presName="sibTrans" presStyleCnt="0"/>
      <dgm:spPr/>
    </dgm:pt>
    <dgm:pt modelId="{6031CFDE-074C-4B29-850D-9B4DC6B3164D}" type="pres">
      <dgm:prSet presAssocID="{D9EF873C-DD58-4B55-874E-794AB39EEE81}" presName="compNode" presStyleCnt="0"/>
      <dgm:spPr/>
    </dgm:pt>
    <dgm:pt modelId="{48AD0D62-8583-4378-956D-3F396524A2D5}" type="pres">
      <dgm:prSet presAssocID="{D9EF873C-DD58-4B55-874E-794AB39EEE81}" presName="bgRect" presStyleLbl="bgShp" presStyleIdx="2" presStyleCnt="4"/>
      <dgm:spPr/>
    </dgm:pt>
    <dgm:pt modelId="{35280FAA-2766-47E1-B33A-831F79D1A7EF}" type="pres">
      <dgm:prSet presAssocID="{D9EF873C-DD58-4B55-874E-794AB39EEE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7B619F7-1DB6-4E01-BEB5-F445383A8795}" type="pres">
      <dgm:prSet presAssocID="{D9EF873C-DD58-4B55-874E-794AB39EEE81}" presName="spaceRect" presStyleCnt="0"/>
      <dgm:spPr/>
    </dgm:pt>
    <dgm:pt modelId="{737881AF-F174-4C80-AFA7-C894F0DB7089}" type="pres">
      <dgm:prSet presAssocID="{D9EF873C-DD58-4B55-874E-794AB39EEE81}" presName="parTx" presStyleLbl="revTx" presStyleIdx="2" presStyleCnt="4">
        <dgm:presLayoutVars>
          <dgm:chMax val="0"/>
          <dgm:chPref val="0"/>
        </dgm:presLayoutVars>
      </dgm:prSet>
      <dgm:spPr/>
    </dgm:pt>
    <dgm:pt modelId="{174A10ED-3532-4A34-83C8-D0FC231CAF1F}" type="pres">
      <dgm:prSet presAssocID="{F26B7A00-C79D-4505-8F2F-4D235E43531C}" presName="sibTrans" presStyleCnt="0"/>
      <dgm:spPr/>
    </dgm:pt>
    <dgm:pt modelId="{29B0E7FE-A783-437A-9514-BB7B96029332}" type="pres">
      <dgm:prSet presAssocID="{0EF3465C-9CAE-4113-8C7B-CDB32CA8343C}" presName="compNode" presStyleCnt="0"/>
      <dgm:spPr/>
    </dgm:pt>
    <dgm:pt modelId="{DAE0E3CD-585D-4796-8DA1-7177F241C25E}" type="pres">
      <dgm:prSet presAssocID="{0EF3465C-9CAE-4113-8C7B-CDB32CA8343C}" presName="bgRect" presStyleLbl="bgShp" presStyleIdx="3" presStyleCnt="4"/>
      <dgm:spPr/>
    </dgm:pt>
    <dgm:pt modelId="{88C85095-1A9B-4621-865D-3897E272AA2D}" type="pres">
      <dgm:prSet presAssocID="{0EF3465C-9CAE-4113-8C7B-CDB32CA834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A26C16E-E78C-4717-948E-8419B84AA1CF}" type="pres">
      <dgm:prSet presAssocID="{0EF3465C-9CAE-4113-8C7B-CDB32CA8343C}" presName="spaceRect" presStyleCnt="0"/>
      <dgm:spPr/>
    </dgm:pt>
    <dgm:pt modelId="{2FC5DA4C-F25A-42CF-AA0A-B1B06A307C46}" type="pres">
      <dgm:prSet presAssocID="{0EF3465C-9CAE-4113-8C7B-CDB32CA834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194D09-83E7-43CF-AD02-F1A9052E2E72}" srcId="{F71971F6-3A61-4430-B70A-0ADDBEBF4969}" destId="{8B42CFBD-10C4-480D-8540-147BF6279D88}" srcOrd="0" destOrd="0" parTransId="{D55F78BA-5368-4312-B7B4-F0BA47C4E3F6}" sibTransId="{0EC4A50B-A8BC-4ED8-97E0-6ED2CDD32386}"/>
    <dgm:cxn modelId="{04758555-D99E-43EC-B87E-87E119AFCB6B}" srcId="{F71971F6-3A61-4430-B70A-0ADDBEBF4969}" destId="{3D2CEF1D-1217-479E-8ECE-788631454C08}" srcOrd="1" destOrd="0" parTransId="{A3A2E258-3CD3-48F4-A801-42BE9A564CBC}" sibTransId="{9EB678AD-3E98-498E-B530-049F434AA24D}"/>
    <dgm:cxn modelId="{9910ED7B-B91D-4400-A791-CE1D31F7C85C}" type="presOf" srcId="{3D2CEF1D-1217-479E-8ECE-788631454C08}" destId="{07C6D3C3-913C-4EA0-B0ED-072795D9DF45}" srcOrd="0" destOrd="0" presId="urn:microsoft.com/office/officeart/2018/2/layout/IconVerticalSolidList"/>
    <dgm:cxn modelId="{351BF3A2-F2A6-4590-9814-C8261887C9E1}" srcId="{F71971F6-3A61-4430-B70A-0ADDBEBF4969}" destId="{0EF3465C-9CAE-4113-8C7B-CDB32CA8343C}" srcOrd="3" destOrd="0" parTransId="{3A361D24-D0A0-4F08-9F0F-2D696DFE2188}" sibTransId="{C61476AB-1C0F-42AD-801E-AC427EB3122F}"/>
    <dgm:cxn modelId="{1311E1A6-E223-4E05-8F2A-41E081F5C1E2}" type="presOf" srcId="{0EF3465C-9CAE-4113-8C7B-CDB32CA8343C}" destId="{2FC5DA4C-F25A-42CF-AA0A-B1B06A307C46}" srcOrd="0" destOrd="0" presId="urn:microsoft.com/office/officeart/2018/2/layout/IconVerticalSolidList"/>
    <dgm:cxn modelId="{765467C2-F620-4AE6-B2F1-A35FEB760F9A}" srcId="{F71971F6-3A61-4430-B70A-0ADDBEBF4969}" destId="{D9EF873C-DD58-4B55-874E-794AB39EEE81}" srcOrd="2" destOrd="0" parTransId="{B612A102-49C3-4538-9704-84DAF657115D}" sibTransId="{F26B7A00-C79D-4505-8F2F-4D235E43531C}"/>
    <dgm:cxn modelId="{D40D5AE0-F350-417B-938F-2FADD73F35AF}" type="presOf" srcId="{D9EF873C-DD58-4B55-874E-794AB39EEE81}" destId="{737881AF-F174-4C80-AFA7-C894F0DB7089}" srcOrd="0" destOrd="0" presId="urn:microsoft.com/office/officeart/2018/2/layout/IconVerticalSolidList"/>
    <dgm:cxn modelId="{3BE726EF-83CA-4968-9450-D6947563B7F9}" type="presOf" srcId="{8B42CFBD-10C4-480D-8540-147BF6279D88}" destId="{15206FF1-C694-46EA-9034-15EDA316FECC}" srcOrd="0" destOrd="0" presId="urn:microsoft.com/office/officeart/2018/2/layout/IconVerticalSolidList"/>
    <dgm:cxn modelId="{B131B6F8-6654-41D3-9BDD-8E7D80C243F6}" type="presOf" srcId="{F71971F6-3A61-4430-B70A-0ADDBEBF4969}" destId="{A04C773B-64DB-4644-90F7-D4B34B6074C9}" srcOrd="0" destOrd="0" presId="urn:microsoft.com/office/officeart/2018/2/layout/IconVerticalSolidList"/>
    <dgm:cxn modelId="{981A2795-8D5A-4992-A838-034569E4EA22}" type="presParOf" srcId="{A04C773B-64DB-4644-90F7-D4B34B6074C9}" destId="{8B8B6A7D-7420-4069-9078-E8C55B596842}" srcOrd="0" destOrd="0" presId="urn:microsoft.com/office/officeart/2018/2/layout/IconVerticalSolidList"/>
    <dgm:cxn modelId="{639770A7-750A-4DE4-A76E-4067922EDA9F}" type="presParOf" srcId="{8B8B6A7D-7420-4069-9078-E8C55B596842}" destId="{F03BB572-AB93-42F6-B27F-DD9F06B08576}" srcOrd="0" destOrd="0" presId="urn:microsoft.com/office/officeart/2018/2/layout/IconVerticalSolidList"/>
    <dgm:cxn modelId="{631B119B-C4EC-4153-AE39-6CB67DDC2AF0}" type="presParOf" srcId="{8B8B6A7D-7420-4069-9078-E8C55B596842}" destId="{6465105B-C1BA-4407-8371-CDFD0799A182}" srcOrd="1" destOrd="0" presId="urn:microsoft.com/office/officeart/2018/2/layout/IconVerticalSolidList"/>
    <dgm:cxn modelId="{2CFA760B-F6E2-4FBF-9FB0-CDEB9723C3B0}" type="presParOf" srcId="{8B8B6A7D-7420-4069-9078-E8C55B596842}" destId="{B229CAD2-87AB-427E-82DA-05138F954A83}" srcOrd="2" destOrd="0" presId="urn:microsoft.com/office/officeart/2018/2/layout/IconVerticalSolidList"/>
    <dgm:cxn modelId="{30C3E2CB-CEE7-475A-8236-63913403F595}" type="presParOf" srcId="{8B8B6A7D-7420-4069-9078-E8C55B596842}" destId="{15206FF1-C694-46EA-9034-15EDA316FECC}" srcOrd="3" destOrd="0" presId="urn:microsoft.com/office/officeart/2018/2/layout/IconVerticalSolidList"/>
    <dgm:cxn modelId="{8B1E11A7-95DD-4906-B9BB-7F7F3705FE5F}" type="presParOf" srcId="{A04C773B-64DB-4644-90F7-D4B34B6074C9}" destId="{FBA23C42-9C4C-41E1-BFBA-B43FAE86DE36}" srcOrd="1" destOrd="0" presId="urn:microsoft.com/office/officeart/2018/2/layout/IconVerticalSolidList"/>
    <dgm:cxn modelId="{30CA9BA7-C1D4-4AB7-9B71-5902575FA9C2}" type="presParOf" srcId="{A04C773B-64DB-4644-90F7-D4B34B6074C9}" destId="{041D50BF-EFF3-489C-B689-906549CFC7BE}" srcOrd="2" destOrd="0" presId="urn:microsoft.com/office/officeart/2018/2/layout/IconVerticalSolidList"/>
    <dgm:cxn modelId="{0A073571-A7FE-4128-8973-CFE3DE04D62B}" type="presParOf" srcId="{041D50BF-EFF3-489C-B689-906549CFC7BE}" destId="{751BB6B0-0375-40F7-BB63-6B137674C53B}" srcOrd="0" destOrd="0" presId="urn:microsoft.com/office/officeart/2018/2/layout/IconVerticalSolidList"/>
    <dgm:cxn modelId="{8BC4DCCF-59CB-45EC-80A1-96FB6CD5C439}" type="presParOf" srcId="{041D50BF-EFF3-489C-B689-906549CFC7BE}" destId="{0F6773DE-C8DF-41BD-B692-0353BED5581D}" srcOrd="1" destOrd="0" presId="urn:microsoft.com/office/officeart/2018/2/layout/IconVerticalSolidList"/>
    <dgm:cxn modelId="{40FC6865-D340-4206-B9F9-78F2EFED4C4B}" type="presParOf" srcId="{041D50BF-EFF3-489C-B689-906549CFC7BE}" destId="{533B6BD7-17AD-43A3-9F81-B2C2EE1DE7C0}" srcOrd="2" destOrd="0" presId="urn:microsoft.com/office/officeart/2018/2/layout/IconVerticalSolidList"/>
    <dgm:cxn modelId="{5645FB97-C657-423A-B638-AD739709682B}" type="presParOf" srcId="{041D50BF-EFF3-489C-B689-906549CFC7BE}" destId="{07C6D3C3-913C-4EA0-B0ED-072795D9DF45}" srcOrd="3" destOrd="0" presId="urn:microsoft.com/office/officeart/2018/2/layout/IconVerticalSolidList"/>
    <dgm:cxn modelId="{98EDBCA4-76B3-4527-997C-F9225A55CEDA}" type="presParOf" srcId="{A04C773B-64DB-4644-90F7-D4B34B6074C9}" destId="{736C08A5-21DC-476D-BC12-855E6B8F9243}" srcOrd="3" destOrd="0" presId="urn:microsoft.com/office/officeart/2018/2/layout/IconVerticalSolidList"/>
    <dgm:cxn modelId="{B50F032F-80BB-4E99-9CE0-087155D34750}" type="presParOf" srcId="{A04C773B-64DB-4644-90F7-D4B34B6074C9}" destId="{6031CFDE-074C-4B29-850D-9B4DC6B3164D}" srcOrd="4" destOrd="0" presId="urn:microsoft.com/office/officeart/2018/2/layout/IconVerticalSolidList"/>
    <dgm:cxn modelId="{EDF55876-D23F-4682-A63D-B573412C2175}" type="presParOf" srcId="{6031CFDE-074C-4B29-850D-9B4DC6B3164D}" destId="{48AD0D62-8583-4378-956D-3F396524A2D5}" srcOrd="0" destOrd="0" presId="urn:microsoft.com/office/officeart/2018/2/layout/IconVerticalSolidList"/>
    <dgm:cxn modelId="{305FA763-043C-46DA-B9A2-924055363283}" type="presParOf" srcId="{6031CFDE-074C-4B29-850D-9B4DC6B3164D}" destId="{35280FAA-2766-47E1-B33A-831F79D1A7EF}" srcOrd="1" destOrd="0" presId="urn:microsoft.com/office/officeart/2018/2/layout/IconVerticalSolidList"/>
    <dgm:cxn modelId="{E42F8C64-7AB8-4203-855E-0FCD3AB33243}" type="presParOf" srcId="{6031CFDE-074C-4B29-850D-9B4DC6B3164D}" destId="{67B619F7-1DB6-4E01-BEB5-F445383A8795}" srcOrd="2" destOrd="0" presId="urn:microsoft.com/office/officeart/2018/2/layout/IconVerticalSolidList"/>
    <dgm:cxn modelId="{B956BD0F-652C-40D0-809A-3526933AFA7C}" type="presParOf" srcId="{6031CFDE-074C-4B29-850D-9B4DC6B3164D}" destId="{737881AF-F174-4C80-AFA7-C894F0DB7089}" srcOrd="3" destOrd="0" presId="urn:microsoft.com/office/officeart/2018/2/layout/IconVerticalSolidList"/>
    <dgm:cxn modelId="{E8927C28-6E6A-43FD-847A-C7FF2C14ED35}" type="presParOf" srcId="{A04C773B-64DB-4644-90F7-D4B34B6074C9}" destId="{174A10ED-3532-4A34-83C8-D0FC231CAF1F}" srcOrd="5" destOrd="0" presId="urn:microsoft.com/office/officeart/2018/2/layout/IconVerticalSolidList"/>
    <dgm:cxn modelId="{96900514-C7C3-445E-8C38-5CB72EFF5CAC}" type="presParOf" srcId="{A04C773B-64DB-4644-90F7-D4B34B6074C9}" destId="{29B0E7FE-A783-437A-9514-BB7B96029332}" srcOrd="6" destOrd="0" presId="urn:microsoft.com/office/officeart/2018/2/layout/IconVerticalSolidList"/>
    <dgm:cxn modelId="{55E555AE-0898-4F8E-A73C-FD6D35218228}" type="presParOf" srcId="{29B0E7FE-A783-437A-9514-BB7B96029332}" destId="{DAE0E3CD-585D-4796-8DA1-7177F241C25E}" srcOrd="0" destOrd="0" presId="urn:microsoft.com/office/officeart/2018/2/layout/IconVerticalSolidList"/>
    <dgm:cxn modelId="{56015CB8-AC88-4699-8BC8-F99E5E0883F2}" type="presParOf" srcId="{29B0E7FE-A783-437A-9514-BB7B96029332}" destId="{88C85095-1A9B-4621-865D-3897E272AA2D}" srcOrd="1" destOrd="0" presId="urn:microsoft.com/office/officeart/2018/2/layout/IconVerticalSolidList"/>
    <dgm:cxn modelId="{31FBA4B6-62D6-4CCB-862C-8D6A9166E4F0}" type="presParOf" srcId="{29B0E7FE-A783-437A-9514-BB7B96029332}" destId="{EA26C16E-E78C-4717-948E-8419B84AA1CF}" srcOrd="2" destOrd="0" presId="urn:microsoft.com/office/officeart/2018/2/layout/IconVerticalSolidList"/>
    <dgm:cxn modelId="{00D1A032-520A-4FA8-B1EA-3CB503DE43A9}" type="presParOf" srcId="{29B0E7FE-A783-437A-9514-BB7B96029332}" destId="{2FC5DA4C-F25A-42CF-AA0A-B1B06A307C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895BD3-2CA1-4040-BFC6-51700C920E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1C03AB-9944-423E-8DAC-5EAE5602F66E}">
      <dgm:prSet/>
      <dgm:spPr/>
      <dgm:t>
        <a:bodyPr/>
        <a:lstStyle/>
        <a:p>
          <a:r>
            <a:rPr lang="en-US"/>
            <a:t>Installing and configuring DBMS</a:t>
          </a:r>
        </a:p>
      </dgm:t>
    </dgm:pt>
    <dgm:pt modelId="{E90B05A6-C3F6-4F58-90B6-E83E0C00CA3D}" type="parTrans" cxnId="{07071AF3-FB2F-410F-A53D-49A5EFFFF404}">
      <dgm:prSet/>
      <dgm:spPr/>
      <dgm:t>
        <a:bodyPr/>
        <a:lstStyle/>
        <a:p>
          <a:endParaRPr lang="en-US"/>
        </a:p>
      </dgm:t>
    </dgm:pt>
    <dgm:pt modelId="{D9BC0787-12BA-4C6E-A967-CC1EC67F775D}" type="sibTrans" cxnId="{07071AF3-FB2F-410F-A53D-49A5EFFFF404}">
      <dgm:prSet/>
      <dgm:spPr/>
      <dgm:t>
        <a:bodyPr/>
        <a:lstStyle/>
        <a:p>
          <a:endParaRPr lang="en-US"/>
        </a:p>
      </dgm:t>
    </dgm:pt>
    <dgm:pt modelId="{1393735A-3EF4-4D16-B7D2-02162FD236F4}">
      <dgm:prSet/>
      <dgm:spPr/>
      <dgm:t>
        <a:bodyPr/>
        <a:lstStyle/>
        <a:p>
          <a:r>
            <a:rPr lang="en-US"/>
            <a:t>Monitoring and optimizing performance</a:t>
          </a:r>
        </a:p>
      </dgm:t>
    </dgm:pt>
    <dgm:pt modelId="{77C00DC0-7602-4735-A897-9B8B86DBB01D}" type="parTrans" cxnId="{C8EA00E8-156B-4257-A98B-4582C306D8B7}">
      <dgm:prSet/>
      <dgm:spPr/>
      <dgm:t>
        <a:bodyPr/>
        <a:lstStyle/>
        <a:p>
          <a:endParaRPr lang="en-US"/>
        </a:p>
      </dgm:t>
    </dgm:pt>
    <dgm:pt modelId="{ADF940F4-1A3A-4878-867A-3AA7347CF117}" type="sibTrans" cxnId="{C8EA00E8-156B-4257-A98B-4582C306D8B7}">
      <dgm:prSet/>
      <dgm:spPr/>
      <dgm:t>
        <a:bodyPr/>
        <a:lstStyle/>
        <a:p>
          <a:endParaRPr lang="en-US"/>
        </a:p>
      </dgm:t>
    </dgm:pt>
    <dgm:pt modelId="{90AE7C96-F396-406F-A624-3175A99CE07D}">
      <dgm:prSet/>
      <dgm:spPr/>
      <dgm:t>
        <a:bodyPr/>
        <a:lstStyle/>
        <a:p>
          <a:r>
            <a:rPr lang="en-US"/>
            <a:t>Managing access and ensuring security</a:t>
          </a:r>
        </a:p>
      </dgm:t>
    </dgm:pt>
    <dgm:pt modelId="{901C4D1D-D440-4CAC-B850-F9DD18CCDFDE}" type="parTrans" cxnId="{CFC73345-9D00-4E30-8F3A-A0A03151C376}">
      <dgm:prSet/>
      <dgm:spPr/>
      <dgm:t>
        <a:bodyPr/>
        <a:lstStyle/>
        <a:p>
          <a:endParaRPr lang="en-US"/>
        </a:p>
      </dgm:t>
    </dgm:pt>
    <dgm:pt modelId="{EACBC123-7B6B-453C-8D4E-0E92E6293BA5}" type="sibTrans" cxnId="{CFC73345-9D00-4E30-8F3A-A0A03151C376}">
      <dgm:prSet/>
      <dgm:spPr/>
      <dgm:t>
        <a:bodyPr/>
        <a:lstStyle/>
        <a:p>
          <a:endParaRPr lang="en-US"/>
        </a:p>
      </dgm:t>
    </dgm:pt>
    <dgm:pt modelId="{68CB1FD4-9C66-441A-AFC6-49B4BD1D62D7}">
      <dgm:prSet/>
      <dgm:spPr/>
      <dgm:t>
        <a:bodyPr/>
        <a:lstStyle/>
        <a:p>
          <a:r>
            <a:rPr lang="en-US"/>
            <a:t>Handling backups and disaster recovery</a:t>
          </a:r>
        </a:p>
      </dgm:t>
    </dgm:pt>
    <dgm:pt modelId="{92E84F2D-5EA7-485B-8794-78D6E701CF90}" type="parTrans" cxnId="{585C8E1D-A065-4179-A92F-FF75702B0C95}">
      <dgm:prSet/>
      <dgm:spPr/>
      <dgm:t>
        <a:bodyPr/>
        <a:lstStyle/>
        <a:p>
          <a:endParaRPr lang="en-US"/>
        </a:p>
      </dgm:t>
    </dgm:pt>
    <dgm:pt modelId="{AC481CF5-77A4-451C-8293-6C014DC1A1F8}" type="sibTrans" cxnId="{585C8E1D-A065-4179-A92F-FF75702B0C95}">
      <dgm:prSet/>
      <dgm:spPr/>
      <dgm:t>
        <a:bodyPr/>
        <a:lstStyle/>
        <a:p>
          <a:endParaRPr lang="en-US"/>
        </a:p>
      </dgm:t>
    </dgm:pt>
    <dgm:pt modelId="{940B6E38-1EB9-4AF6-9FDD-A865BD69C11A}" type="pres">
      <dgm:prSet presAssocID="{CC895BD3-2CA1-4040-BFC6-51700C920E1F}" presName="root" presStyleCnt="0">
        <dgm:presLayoutVars>
          <dgm:dir/>
          <dgm:resizeHandles val="exact"/>
        </dgm:presLayoutVars>
      </dgm:prSet>
      <dgm:spPr/>
    </dgm:pt>
    <dgm:pt modelId="{C6A40119-76CA-4A27-AD71-3EBF5F5F4A28}" type="pres">
      <dgm:prSet presAssocID="{981C03AB-9944-423E-8DAC-5EAE5602F66E}" presName="compNode" presStyleCnt="0"/>
      <dgm:spPr/>
    </dgm:pt>
    <dgm:pt modelId="{CB541553-B21E-49ED-81CF-C2F31B3CEE41}" type="pres">
      <dgm:prSet presAssocID="{981C03AB-9944-423E-8DAC-5EAE5602F66E}" presName="bgRect" presStyleLbl="bgShp" presStyleIdx="0" presStyleCnt="4"/>
      <dgm:spPr/>
    </dgm:pt>
    <dgm:pt modelId="{60768E9C-EF23-4F87-AECB-0FA494BD9627}" type="pres">
      <dgm:prSet presAssocID="{981C03AB-9944-423E-8DAC-5EAE5602F6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A331D32-1F69-4012-8C3C-AE06CF89D26A}" type="pres">
      <dgm:prSet presAssocID="{981C03AB-9944-423E-8DAC-5EAE5602F66E}" presName="spaceRect" presStyleCnt="0"/>
      <dgm:spPr/>
    </dgm:pt>
    <dgm:pt modelId="{14132500-FF39-4E99-BF00-9C22831FD6E8}" type="pres">
      <dgm:prSet presAssocID="{981C03AB-9944-423E-8DAC-5EAE5602F66E}" presName="parTx" presStyleLbl="revTx" presStyleIdx="0" presStyleCnt="4">
        <dgm:presLayoutVars>
          <dgm:chMax val="0"/>
          <dgm:chPref val="0"/>
        </dgm:presLayoutVars>
      </dgm:prSet>
      <dgm:spPr/>
    </dgm:pt>
    <dgm:pt modelId="{B24D4452-9831-4DA2-80F8-9978E9C4546F}" type="pres">
      <dgm:prSet presAssocID="{D9BC0787-12BA-4C6E-A967-CC1EC67F775D}" presName="sibTrans" presStyleCnt="0"/>
      <dgm:spPr/>
    </dgm:pt>
    <dgm:pt modelId="{48BBE8A0-7133-4CAE-93CE-65682870F944}" type="pres">
      <dgm:prSet presAssocID="{1393735A-3EF4-4D16-B7D2-02162FD236F4}" presName="compNode" presStyleCnt="0"/>
      <dgm:spPr/>
    </dgm:pt>
    <dgm:pt modelId="{E1E09CDB-3979-4667-AB85-0D319D97019B}" type="pres">
      <dgm:prSet presAssocID="{1393735A-3EF4-4D16-B7D2-02162FD236F4}" presName="bgRect" presStyleLbl="bgShp" presStyleIdx="1" presStyleCnt="4"/>
      <dgm:spPr/>
    </dgm:pt>
    <dgm:pt modelId="{D5FDDD1F-F9FB-4469-9EE8-0E7EA9746C08}" type="pres">
      <dgm:prSet presAssocID="{1393735A-3EF4-4D16-B7D2-02162FD236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C7973C8-2953-4DBC-B0C6-DEEEA677DB87}" type="pres">
      <dgm:prSet presAssocID="{1393735A-3EF4-4D16-B7D2-02162FD236F4}" presName="spaceRect" presStyleCnt="0"/>
      <dgm:spPr/>
    </dgm:pt>
    <dgm:pt modelId="{CB0CB475-C98A-420E-92CA-9D1BC5F1FFC3}" type="pres">
      <dgm:prSet presAssocID="{1393735A-3EF4-4D16-B7D2-02162FD236F4}" presName="parTx" presStyleLbl="revTx" presStyleIdx="1" presStyleCnt="4">
        <dgm:presLayoutVars>
          <dgm:chMax val="0"/>
          <dgm:chPref val="0"/>
        </dgm:presLayoutVars>
      </dgm:prSet>
      <dgm:spPr/>
    </dgm:pt>
    <dgm:pt modelId="{31706BF3-80CE-430B-918E-35242026C204}" type="pres">
      <dgm:prSet presAssocID="{ADF940F4-1A3A-4878-867A-3AA7347CF117}" presName="sibTrans" presStyleCnt="0"/>
      <dgm:spPr/>
    </dgm:pt>
    <dgm:pt modelId="{E22C4A8B-B1A1-492E-B1DF-0DD23F98FC01}" type="pres">
      <dgm:prSet presAssocID="{90AE7C96-F396-406F-A624-3175A99CE07D}" presName="compNode" presStyleCnt="0"/>
      <dgm:spPr/>
    </dgm:pt>
    <dgm:pt modelId="{9EBB6589-15BC-4955-8EBD-111292E11E88}" type="pres">
      <dgm:prSet presAssocID="{90AE7C96-F396-406F-A624-3175A99CE07D}" presName="bgRect" presStyleLbl="bgShp" presStyleIdx="2" presStyleCnt="4"/>
      <dgm:spPr/>
    </dgm:pt>
    <dgm:pt modelId="{03DEFADE-DA9E-41E3-AD5A-662E577B7CC5}" type="pres">
      <dgm:prSet presAssocID="{90AE7C96-F396-406F-A624-3175A99CE0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D4F2F0D-644D-480C-8294-F69CB527F32D}" type="pres">
      <dgm:prSet presAssocID="{90AE7C96-F396-406F-A624-3175A99CE07D}" presName="spaceRect" presStyleCnt="0"/>
      <dgm:spPr/>
    </dgm:pt>
    <dgm:pt modelId="{572CA742-59BB-4604-870C-DC4110066685}" type="pres">
      <dgm:prSet presAssocID="{90AE7C96-F396-406F-A624-3175A99CE07D}" presName="parTx" presStyleLbl="revTx" presStyleIdx="2" presStyleCnt="4">
        <dgm:presLayoutVars>
          <dgm:chMax val="0"/>
          <dgm:chPref val="0"/>
        </dgm:presLayoutVars>
      </dgm:prSet>
      <dgm:spPr/>
    </dgm:pt>
    <dgm:pt modelId="{BF09983D-EE41-46B8-86AD-2184CDAA6136}" type="pres">
      <dgm:prSet presAssocID="{EACBC123-7B6B-453C-8D4E-0E92E6293BA5}" presName="sibTrans" presStyleCnt="0"/>
      <dgm:spPr/>
    </dgm:pt>
    <dgm:pt modelId="{289965E6-B11A-4EEE-91ED-2B6E840EE766}" type="pres">
      <dgm:prSet presAssocID="{68CB1FD4-9C66-441A-AFC6-49B4BD1D62D7}" presName="compNode" presStyleCnt="0"/>
      <dgm:spPr/>
    </dgm:pt>
    <dgm:pt modelId="{964DFED8-F310-4D0C-9541-B0455C376B33}" type="pres">
      <dgm:prSet presAssocID="{68CB1FD4-9C66-441A-AFC6-49B4BD1D62D7}" presName="bgRect" presStyleLbl="bgShp" presStyleIdx="3" presStyleCnt="4"/>
      <dgm:spPr/>
    </dgm:pt>
    <dgm:pt modelId="{183E91DE-655D-4ED6-8D59-BBC2E61BF3F9}" type="pres">
      <dgm:prSet presAssocID="{68CB1FD4-9C66-441A-AFC6-49B4BD1D62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2982F5-EECD-40A5-A994-EF410DAAA42D}" type="pres">
      <dgm:prSet presAssocID="{68CB1FD4-9C66-441A-AFC6-49B4BD1D62D7}" presName="spaceRect" presStyleCnt="0"/>
      <dgm:spPr/>
    </dgm:pt>
    <dgm:pt modelId="{82DBDA44-A4F2-427E-B39E-0D1C762AC659}" type="pres">
      <dgm:prSet presAssocID="{68CB1FD4-9C66-441A-AFC6-49B4BD1D62D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85C8E1D-A065-4179-A92F-FF75702B0C95}" srcId="{CC895BD3-2CA1-4040-BFC6-51700C920E1F}" destId="{68CB1FD4-9C66-441A-AFC6-49B4BD1D62D7}" srcOrd="3" destOrd="0" parTransId="{92E84F2D-5EA7-485B-8794-78D6E701CF90}" sibTransId="{AC481CF5-77A4-451C-8293-6C014DC1A1F8}"/>
    <dgm:cxn modelId="{DE95525E-789C-42DF-8B81-E69687BD3D91}" type="presOf" srcId="{1393735A-3EF4-4D16-B7D2-02162FD236F4}" destId="{CB0CB475-C98A-420E-92CA-9D1BC5F1FFC3}" srcOrd="0" destOrd="0" presId="urn:microsoft.com/office/officeart/2018/2/layout/IconVerticalSolidList"/>
    <dgm:cxn modelId="{4E419343-8FB2-4E05-B677-27F2486ABD5B}" type="presOf" srcId="{CC895BD3-2CA1-4040-BFC6-51700C920E1F}" destId="{940B6E38-1EB9-4AF6-9FDD-A865BD69C11A}" srcOrd="0" destOrd="0" presId="urn:microsoft.com/office/officeart/2018/2/layout/IconVerticalSolidList"/>
    <dgm:cxn modelId="{CFC73345-9D00-4E30-8F3A-A0A03151C376}" srcId="{CC895BD3-2CA1-4040-BFC6-51700C920E1F}" destId="{90AE7C96-F396-406F-A624-3175A99CE07D}" srcOrd="2" destOrd="0" parTransId="{901C4D1D-D440-4CAC-B850-F9DD18CCDFDE}" sibTransId="{EACBC123-7B6B-453C-8D4E-0E92E6293BA5}"/>
    <dgm:cxn modelId="{2632E983-8A4C-465F-A188-374F4A079AAF}" type="presOf" srcId="{981C03AB-9944-423E-8DAC-5EAE5602F66E}" destId="{14132500-FF39-4E99-BF00-9C22831FD6E8}" srcOrd="0" destOrd="0" presId="urn:microsoft.com/office/officeart/2018/2/layout/IconVerticalSolidList"/>
    <dgm:cxn modelId="{E6EAD7D1-A0C7-42CC-9C16-46D262950ADA}" type="presOf" srcId="{90AE7C96-F396-406F-A624-3175A99CE07D}" destId="{572CA742-59BB-4604-870C-DC4110066685}" srcOrd="0" destOrd="0" presId="urn:microsoft.com/office/officeart/2018/2/layout/IconVerticalSolidList"/>
    <dgm:cxn modelId="{12A39DD6-E8D1-41A4-87A6-8175706B018D}" type="presOf" srcId="{68CB1FD4-9C66-441A-AFC6-49B4BD1D62D7}" destId="{82DBDA44-A4F2-427E-B39E-0D1C762AC659}" srcOrd="0" destOrd="0" presId="urn:microsoft.com/office/officeart/2018/2/layout/IconVerticalSolidList"/>
    <dgm:cxn modelId="{C8EA00E8-156B-4257-A98B-4582C306D8B7}" srcId="{CC895BD3-2CA1-4040-BFC6-51700C920E1F}" destId="{1393735A-3EF4-4D16-B7D2-02162FD236F4}" srcOrd="1" destOrd="0" parTransId="{77C00DC0-7602-4735-A897-9B8B86DBB01D}" sibTransId="{ADF940F4-1A3A-4878-867A-3AA7347CF117}"/>
    <dgm:cxn modelId="{07071AF3-FB2F-410F-A53D-49A5EFFFF404}" srcId="{CC895BD3-2CA1-4040-BFC6-51700C920E1F}" destId="{981C03AB-9944-423E-8DAC-5EAE5602F66E}" srcOrd="0" destOrd="0" parTransId="{E90B05A6-C3F6-4F58-90B6-E83E0C00CA3D}" sibTransId="{D9BC0787-12BA-4C6E-A967-CC1EC67F775D}"/>
    <dgm:cxn modelId="{F68DDE7A-FD1B-4BEA-8B2A-C1C594D6DA3B}" type="presParOf" srcId="{940B6E38-1EB9-4AF6-9FDD-A865BD69C11A}" destId="{C6A40119-76CA-4A27-AD71-3EBF5F5F4A28}" srcOrd="0" destOrd="0" presId="urn:microsoft.com/office/officeart/2018/2/layout/IconVerticalSolidList"/>
    <dgm:cxn modelId="{4228D9EA-DFCF-4C1A-9F58-8F969E5F60CA}" type="presParOf" srcId="{C6A40119-76CA-4A27-AD71-3EBF5F5F4A28}" destId="{CB541553-B21E-49ED-81CF-C2F31B3CEE41}" srcOrd="0" destOrd="0" presId="urn:microsoft.com/office/officeart/2018/2/layout/IconVerticalSolidList"/>
    <dgm:cxn modelId="{B8A2C01C-92A2-4165-9172-42D110AE8FA9}" type="presParOf" srcId="{C6A40119-76CA-4A27-AD71-3EBF5F5F4A28}" destId="{60768E9C-EF23-4F87-AECB-0FA494BD9627}" srcOrd="1" destOrd="0" presId="urn:microsoft.com/office/officeart/2018/2/layout/IconVerticalSolidList"/>
    <dgm:cxn modelId="{47B79CDB-AFA2-491F-90BF-F3226B7AD249}" type="presParOf" srcId="{C6A40119-76CA-4A27-AD71-3EBF5F5F4A28}" destId="{CA331D32-1F69-4012-8C3C-AE06CF89D26A}" srcOrd="2" destOrd="0" presId="urn:microsoft.com/office/officeart/2018/2/layout/IconVerticalSolidList"/>
    <dgm:cxn modelId="{B8C2AE20-38BE-47E0-B68D-97F74CA4E44F}" type="presParOf" srcId="{C6A40119-76CA-4A27-AD71-3EBF5F5F4A28}" destId="{14132500-FF39-4E99-BF00-9C22831FD6E8}" srcOrd="3" destOrd="0" presId="urn:microsoft.com/office/officeart/2018/2/layout/IconVerticalSolidList"/>
    <dgm:cxn modelId="{792CFD98-78AE-446D-A50D-BAB148F0BB71}" type="presParOf" srcId="{940B6E38-1EB9-4AF6-9FDD-A865BD69C11A}" destId="{B24D4452-9831-4DA2-80F8-9978E9C4546F}" srcOrd="1" destOrd="0" presId="urn:microsoft.com/office/officeart/2018/2/layout/IconVerticalSolidList"/>
    <dgm:cxn modelId="{797BB501-3551-440D-A63A-667EA6B0471B}" type="presParOf" srcId="{940B6E38-1EB9-4AF6-9FDD-A865BD69C11A}" destId="{48BBE8A0-7133-4CAE-93CE-65682870F944}" srcOrd="2" destOrd="0" presId="urn:microsoft.com/office/officeart/2018/2/layout/IconVerticalSolidList"/>
    <dgm:cxn modelId="{0AC5FB9C-82DB-4C0F-9104-6E7DAA41F5FD}" type="presParOf" srcId="{48BBE8A0-7133-4CAE-93CE-65682870F944}" destId="{E1E09CDB-3979-4667-AB85-0D319D97019B}" srcOrd="0" destOrd="0" presId="urn:microsoft.com/office/officeart/2018/2/layout/IconVerticalSolidList"/>
    <dgm:cxn modelId="{9983B89F-459C-432B-9A86-1DFE74903CC6}" type="presParOf" srcId="{48BBE8A0-7133-4CAE-93CE-65682870F944}" destId="{D5FDDD1F-F9FB-4469-9EE8-0E7EA9746C08}" srcOrd="1" destOrd="0" presId="urn:microsoft.com/office/officeart/2018/2/layout/IconVerticalSolidList"/>
    <dgm:cxn modelId="{8AE1ADD6-9F16-4448-BFE9-80FAD749C95F}" type="presParOf" srcId="{48BBE8A0-7133-4CAE-93CE-65682870F944}" destId="{3C7973C8-2953-4DBC-B0C6-DEEEA677DB87}" srcOrd="2" destOrd="0" presId="urn:microsoft.com/office/officeart/2018/2/layout/IconVerticalSolidList"/>
    <dgm:cxn modelId="{620705F9-F0D1-4C77-9E92-FF805CFD4506}" type="presParOf" srcId="{48BBE8A0-7133-4CAE-93CE-65682870F944}" destId="{CB0CB475-C98A-420E-92CA-9D1BC5F1FFC3}" srcOrd="3" destOrd="0" presId="urn:microsoft.com/office/officeart/2018/2/layout/IconVerticalSolidList"/>
    <dgm:cxn modelId="{F9AA7185-CB55-4FA9-8996-3F87B05B1651}" type="presParOf" srcId="{940B6E38-1EB9-4AF6-9FDD-A865BD69C11A}" destId="{31706BF3-80CE-430B-918E-35242026C204}" srcOrd="3" destOrd="0" presId="urn:microsoft.com/office/officeart/2018/2/layout/IconVerticalSolidList"/>
    <dgm:cxn modelId="{D07A395A-2FF6-4188-97B3-26AB790EBA5C}" type="presParOf" srcId="{940B6E38-1EB9-4AF6-9FDD-A865BD69C11A}" destId="{E22C4A8B-B1A1-492E-B1DF-0DD23F98FC01}" srcOrd="4" destOrd="0" presId="urn:microsoft.com/office/officeart/2018/2/layout/IconVerticalSolidList"/>
    <dgm:cxn modelId="{212A712F-24AC-4290-B201-5C13819B715C}" type="presParOf" srcId="{E22C4A8B-B1A1-492E-B1DF-0DD23F98FC01}" destId="{9EBB6589-15BC-4955-8EBD-111292E11E88}" srcOrd="0" destOrd="0" presId="urn:microsoft.com/office/officeart/2018/2/layout/IconVerticalSolidList"/>
    <dgm:cxn modelId="{2D0375BC-9E1A-4CDA-A2E7-DC7C2D1A04DF}" type="presParOf" srcId="{E22C4A8B-B1A1-492E-B1DF-0DD23F98FC01}" destId="{03DEFADE-DA9E-41E3-AD5A-662E577B7CC5}" srcOrd="1" destOrd="0" presId="urn:microsoft.com/office/officeart/2018/2/layout/IconVerticalSolidList"/>
    <dgm:cxn modelId="{8172408A-7B0D-4080-9D25-10203786B183}" type="presParOf" srcId="{E22C4A8B-B1A1-492E-B1DF-0DD23F98FC01}" destId="{BD4F2F0D-644D-480C-8294-F69CB527F32D}" srcOrd="2" destOrd="0" presId="urn:microsoft.com/office/officeart/2018/2/layout/IconVerticalSolidList"/>
    <dgm:cxn modelId="{6D2EAABE-43DB-4157-82B4-3103F39637C8}" type="presParOf" srcId="{E22C4A8B-B1A1-492E-B1DF-0DD23F98FC01}" destId="{572CA742-59BB-4604-870C-DC4110066685}" srcOrd="3" destOrd="0" presId="urn:microsoft.com/office/officeart/2018/2/layout/IconVerticalSolidList"/>
    <dgm:cxn modelId="{7C0CA688-E2B1-4808-AB8C-30192CBDC496}" type="presParOf" srcId="{940B6E38-1EB9-4AF6-9FDD-A865BD69C11A}" destId="{BF09983D-EE41-46B8-86AD-2184CDAA6136}" srcOrd="5" destOrd="0" presId="urn:microsoft.com/office/officeart/2018/2/layout/IconVerticalSolidList"/>
    <dgm:cxn modelId="{8DA6192A-C6A5-40B4-A353-C4C207DA9442}" type="presParOf" srcId="{940B6E38-1EB9-4AF6-9FDD-A865BD69C11A}" destId="{289965E6-B11A-4EEE-91ED-2B6E840EE766}" srcOrd="6" destOrd="0" presId="urn:microsoft.com/office/officeart/2018/2/layout/IconVerticalSolidList"/>
    <dgm:cxn modelId="{ED12D9A2-12A0-4C20-AE2C-0CC9F3252EE1}" type="presParOf" srcId="{289965E6-B11A-4EEE-91ED-2B6E840EE766}" destId="{964DFED8-F310-4D0C-9541-B0455C376B33}" srcOrd="0" destOrd="0" presId="urn:microsoft.com/office/officeart/2018/2/layout/IconVerticalSolidList"/>
    <dgm:cxn modelId="{C3B6D7A8-8D7D-4C49-A430-BECFA37F35E9}" type="presParOf" srcId="{289965E6-B11A-4EEE-91ED-2B6E840EE766}" destId="{183E91DE-655D-4ED6-8D59-BBC2E61BF3F9}" srcOrd="1" destOrd="0" presId="urn:microsoft.com/office/officeart/2018/2/layout/IconVerticalSolidList"/>
    <dgm:cxn modelId="{8E31C1F4-AF94-4AF1-9FD1-CC9160A8E3AD}" type="presParOf" srcId="{289965E6-B11A-4EEE-91ED-2B6E840EE766}" destId="{BB2982F5-EECD-40A5-A994-EF410DAAA42D}" srcOrd="2" destOrd="0" presId="urn:microsoft.com/office/officeart/2018/2/layout/IconVerticalSolidList"/>
    <dgm:cxn modelId="{6DF97DA7-3C61-4265-A906-CB243E74F5ED}" type="presParOf" srcId="{289965E6-B11A-4EEE-91ED-2B6E840EE766}" destId="{82DBDA44-A4F2-427E-B39E-0D1C762AC6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8B6F34-B7C8-4590-BD2E-9D11491B07E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804736-D2ED-487B-B35A-4266773673F4}">
      <dgm:prSet/>
      <dgm:spPr/>
      <dgm:t>
        <a:bodyPr/>
        <a:lstStyle/>
        <a:p>
          <a:pPr>
            <a:defRPr cap="all"/>
          </a:pPr>
          <a:r>
            <a:rPr lang="en-US"/>
            <a:t>Data Integrity</a:t>
          </a:r>
        </a:p>
      </dgm:t>
    </dgm:pt>
    <dgm:pt modelId="{BA462C2F-2AC0-4A47-9670-AE2B9B388086}" type="parTrans" cxnId="{D3A03DEE-F1CE-4D53-80C0-B113EBAB25AE}">
      <dgm:prSet/>
      <dgm:spPr/>
      <dgm:t>
        <a:bodyPr/>
        <a:lstStyle/>
        <a:p>
          <a:endParaRPr lang="en-US"/>
        </a:p>
      </dgm:t>
    </dgm:pt>
    <dgm:pt modelId="{8C1B17F6-1582-4769-B75D-754F8A55F791}" type="sibTrans" cxnId="{D3A03DEE-F1CE-4D53-80C0-B113EBAB25AE}">
      <dgm:prSet/>
      <dgm:spPr/>
      <dgm:t>
        <a:bodyPr/>
        <a:lstStyle/>
        <a:p>
          <a:endParaRPr lang="en-US"/>
        </a:p>
      </dgm:t>
    </dgm:pt>
    <dgm:pt modelId="{CE3B5D71-C8C5-46CD-8C28-C39BA97001BB}">
      <dgm:prSet/>
      <dgm:spPr/>
      <dgm:t>
        <a:bodyPr/>
        <a:lstStyle/>
        <a:p>
          <a:pPr>
            <a:defRPr cap="all"/>
          </a:pPr>
          <a:r>
            <a:rPr lang="en-US"/>
            <a:t>Flexibility</a:t>
          </a:r>
        </a:p>
      </dgm:t>
    </dgm:pt>
    <dgm:pt modelId="{D3CE7D22-0BC7-4920-8DD7-03A5B439EA2A}" type="parTrans" cxnId="{17270A69-0B24-4845-97E0-E24D3B9BB0DB}">
      <dgm:prSet/>
      <dgm:spPr/>
      <dgm:t>
        <a:bodyPr/>
        <a:lstStyle/>
        <a:p>
          <a:endParaRPr lang="en-US"/>
        </a:p>
      </dgm:t>
    </dgm:pt>
    <dgm:pt modelId="{84E08232-E6B4-48BE-A15F-AE8BF108C369}" type="sibTrans" cxnId="{17270A69-0B24-4845-97E0-E24D3B9BB0DB}">
      <dgm:prSet/>
      <dgm:spPr/>
      <dgm:t>
        <a:bodyPr/>
        <a:lstStyle/>
        <a:p>
          <a:endParaRPr lang="en-US"/>
        </a:p>
      </dgm:t>
    </dgm:pt>
    <dgm:pt modelId="{BD3DEAD2-DF10-4ED8-9742-FDEB3F6467A9}">
      <dgm:prSet/>
      <dgm:spPr/>
      <dgm:t>
        <a:bodyPr/>
        <a:lstStyle/>
        <a:p>
          <a:pPr>
            <a:defRPr cap="all"/>
          </a:pPr>
          <a:r>
            <a:rPr lang="en-US"/>
            <a:t>Scalability</a:t>
          </a:r>
        </a:p>
      </dgm:t>
    </dgm:pt>
    <dgm:pt modelId="{FE7226FC-BCC2-4F0F-A1D7-089E6DEBD8A8}" type="parTrans" cxnId="{D4C0DE3F-F385-468F-B3AE-811143A65325}">
      <dgm:prSet/>
      <dgm:spPr/>
      <dgm:t>
        <a:bodyPr/>
        <a:lstStyle/>
        <a:p>
          <a:endParaRPr lang="en-US"/>
        </a:p>
      </dgm:t>
    </dgm:pt>
    <dgm:pt modelId="{7B23B157-B7AA-478F-9C36-7E1650F31970}" type="sibTrans" cxnId="{D4C0DE3F-F385-468F-B3AE-811143A65325}">
      <dgm:prSet/>
      <dgm:spPr/>
      <dgm:t>
        <a:bodyPr/>
        <a:lstStyle/>
        <a:p>
          <a:endParaRPr lang="en-US"/>
        </a:p>
      </dgm:t>
    </dgm:pt>
    <dgm:pt modelId="{43437A71-B365-4DF6-9524-4A83A69B4158}">
      <dgm:prSet/>
      <dgm:spPr/>
      <dgm:t>
        <a:bodyPr/>
        <a:lstStyle/>
        <a:p>
          <a:pPr>
            <a:defRPr cap="all"/>
          </a:pPr>
          <a:r>
            <a:rPr lang="en-US"/>
            <a:t>Security</a:t>
          </a:r>
        </a:p>
      </dgm:t>
    </dgm:pt>
    <dgm:pt modelId="{551DF270-4703-4B3F-93B2-9184FA8914AF}" type="parTrans" cxnId="{EBCA5F85-477A-4C07-9215-D686BC29A176}">
      <dgm:prSet/>
      <dgm:spPr/>
      <dgm:t>
        <a:bodyPr/>
        <a:lstStyle/>
        <a:p>
          <a:endParaRPr lang="en-US"/>
        </a:p>
      </dgm:t>
    </dgm:pt>
    <dgm:pt modelId="{01D2DB45-D1DB-40E5-88F7-EBD50C6E3F74}" type="sibTrans" cxnId="{EBCA5F85-477A-4C07-9215-D686BC29A176}">
      <dgm:prSet/>
      <dgm:spPr/>
      <dgm:t>
        <a:bodyPr/>
        <a:lstStyle/>
        <a:p>
          <a:endParaRPr lang="en-US"/>
        </a:p>
      </dgm:t>
    </dgm:pt>
    <dgm:pt modelId="{CE7E743B-EAB2-4FAC-B323-42AA2D4EE257}" type="pres">
      <dgm:prSet presAssocID="{1B8B6F34-B7C8-4590-BD2E-9D11491B07E8}" presName="root" presStyleCnt="0">
        <dgm:presLayoutVars>
          <dgm:dir/>
          <dgm:resizeHandles val="exact"/>
        </dgm:presLayoutVars>
      </dgm:prSet>
      <dgm:spPr/>
    </dgm:pt>
    <dgm:pt modelId="{85FD49F3-1AF1-49DD-863F-FED2875774C7}" type="pres">
      <dgm:prSet presAssocID="{2E804736-D2ED-487B-B35A-4266773673F4}" presName="compNode" presStyleCnt="0"/>
      <dgm:spPr/>
    </dgm:pt>
    <dgm:pt modelId="{A50815D8-3800-4F62-9220-AA0A991F25DF}" type="pres">
      <dgm:prSet presAssocID="{2E804736-D2ED-487B-B35A-4266773673F4}" presName="iconBgRect" presStyleLbl="bgShp" presStyleIdx="0" presStyleCnt="4"/>
      <dgm:spPr/>
    </dgm:pt>
    <dgm:pt modelId="{605FAE9C-7EF1-4699-8797-F16BF97B00F0}" type="pres">
      <dgm:prSet presAssocID="{2E804736-D2ED-487B-B35A-4266773673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7311EB8-63B7-4790-84A1-844BD6CD0693}" type="pres">
      <dgm:prSet presAssocID="{2E804736-D2ED-487B-B35A-4266773673F4}" presName="spaceRect" presStyleCnt="0"/>
      <dgm:spPr/>
    </dgm:pt>
    <dgm:pt modelId="{CB3FF6CF-5A01-4405-B057-841FA64D1CAD}" type="pres">
      <dgm:prSet presAssocID="{2E804736-D2ED-487B-B35A-4266773673F4}" presName="textRect" presStyleLbl="revTx" presStyleIdx="0" presStyleCnt="4">
        <dgm:presLayoutVars>
          <dgm:chMax val="1"/>
          <dgm:chPref val="1"/>
        </dgm:presLayoutVars>
      </dgm:prSet>
      <dgm:spPr/>
    </dgm:pt>
    <dgm:pt modelId="{BB4BC437-6140-42F2-BB4B-9B6401EA816C}" type="pres">
      <dgm:prSet presAssocID="{8C1B17F6-1582-4769-B75D-754F8A55F791}" presName="sibTrans" presStyleCnt="0"/>
      <dgm:spPr/>
    </dgm:pt>
    <dgm:pt modelId="{753042D0-3FAB-4E58-8FB8-B5BAAD58384F}" type="pres">
      <dgm:prSet presAssocID="{CE3B5D71-C8C5-46CD-8C28-C39BA97001BB}" presName="compNode" presStyleCnt="0"/>
      <dgm:spPr/>
    </dgm:pt>
    <dgm:pt modelId="{1D53CEFA-3D84-4AAB-8B50-286D6F8695FF}" type="pres">
      <dgm:prSet presAssocID="{CE3B5D71-C8C5-46CD-8C28-C39BA97001BB}" presName="iconBgRect" presStyleLbl="bgShp" presStyleIdx="1" presStyleCnt="4"/>
      <dgm:spPr/>
    </dgm:pt>
    <dgm:pt modelId="{00FD0025-C2D8-4912-BDBE-BE6B3F87F62B}" type="pres">
      <dgm:prSet presAssocID="{CE3B5D71-C8C5-46CD-8C28-C39BA97001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92599513-FFD3-4455-9B7D-FC8793A520BC}" type="pres">
      <dgm:prSet presAssocID="{CE3B5D71-C8C5-46CD-8C28-C39BA97001BB}" presName="spaceRect" presStyleCnt="0"/>
      <dgm:spPr/>
    </dgm:pt>
    <dgm:pt modelId="{38B27B37-91A0-4E4D-B519-D6A14F485ABA}" type="pres">
      <dgm:prSet presAssocID="{CE3B5D71-C8C5-46CD-8C28-C39BA97001BB}" presName="textRect" presStyleLbl="revTx" presStyleIdx="1" presStyleCnt="4">
        <dgm:presLayoutVars>
          <dgm:chMax val="1"/>
          <dgm:chPref val="1"/>
        </dgm:presLayoutVars>
      </dgm:prSet>
      <dgm:spPr/>
    </dgm:pt>
    <dgm:pt modelId="{45A6B9F4-D8BA-484D-AE97-F00CC91A36CA}" type="pres">
      <dgm:prSet presAssocID="{84E08232-E6B4-48BE-A15F-AE8BF108C369}" presName="sibTrans" presStyleCnt="0"/>
      <dgm:spPr/>
    </dgm:pt>
    <dgm:pt modelId="{E85D1468-E1AA-4E6A-A660-84934673DD09}" type="pres">
      <dgm:prSet presAssocID="{BD3DEAD2-DF10-4ED8-9742-FDEB3F6467A9}" presName="compNode" presStyleCnt="0"/>
      <dgm:spPr/>
    </dgm:pt>
    <dgm:pt modelId="{765234C2-FB49-4049-864C-8505113AA274}" type="pres">
      <dgm:prSet presAssocID="{BD3DEAD2-DF10-4ED8-9742-FDEB3F6467A9}" presName="iconBgRect" presStyleLbl="bgShp" presStyleIdx="2" presStyleCnt="4"/>
      <dgm:spPr/>
    </dgm:pt>
    <dgm:pt modelId="{D827A37A-C1EE-465A-8603-16D3FFC1B272}" type="pres">
      <dgm:prSet presAssocID="{BD3DEAD2-DF10-4ED8-9742-FDEB3F6467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F0D1C94-D474-4644-AD1B-C844B342AFA2}" type="pres">
      <dgm:prSet presAssocID="{BD3DEAD2-DF10-4ED8-9742-FDEB3F6467A9}" presName="spaceRect" presStyleCnt="0"/>
      <dgm:spPr/>
    </dgm:pt>
    <dgm:pt modelId="{CE304473-49DB-4029-BC08-F439263468FD}" type="pres">
      <dgm:prSet presAssocID="{BD3DEAD2-DF10-4ED8-9742-FDEB3F6467A9}" presName="textRect" presStyleLbl="revTx" presStyleIdx="2" presStyleCnt="4">
        <dgm:presLayoutVars>
          <dgm:chMax val="1"/>
          <dgm:chPref val="1"/>
        </dgm:presLayoutVars>
      </dgm:prSet>
      <dgm:spPr/>
    </dgm:pt>
    <dgm:pt modelId="{6C919830-423D-4F98-852E-72F64E594A26}" type="pres">
      <dgm:prSet presAssocID="{7B23B157-B7AA-478F-9C36-7E1650F31970}" presName="sibTrans" presStyleCnt="0"/>
      <dgm:spPr/>
    </dgm:pt>
    <dgm:pt modelId="{01C6F352-7D41-4EA0-AE07-8E1A5F8D6A3E}" type="pres">
      <dgm:prSet presAssocID="{43437A71-B365-4DF6-9524-4A83A69B4158}" presName="compNode" presStyleCnt="0"/>
      <dgm:spPr/>
    </dgm:pt>
    <dgm:pt modelId="{71B71EB2-5472-4ED0-810F-2E072652D9BC}" type="pres">
      <dgm:prSet presAssocID="{43437A71-B365-4DF6-9524-4A83A69B4158}" presName="iconBgRect" presStyleLbl="bgShp" presStyleIdx="3" presStyleCnt="4"/>
      <dgm:spPr/>
    </dgm:pt>
    <dgm:pt modelId="{31F8FC7B-7F54-4770-9067-38B40982B586}" type="pres">
      <dgm:prSet presAssocID="{43437A71-B365-4DF6-9524-4A83A69B41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6A9642C2-7064-425B-B409-05DE00A716C5}" type="pres">
      <dgm:prSet presAssocID="{43437A71-B365-4DF6-9524-4A83A69B4158}" presName="spaceRect" presStyleCnt="0"/>
      <dgm:spPr/>
    </dgm:pt>
    <dgm:pt modelId="{D7E5D80F-47F0-4DF9-9BAF-31080A0E2C53}" type="pres">
      <dgm:prSet presAssocID="{43437A71-B365-4DF6-9524-4A83A69B41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483E38-5938-40F8-999A-9C6E9826A91A}" type="presOf" srcId="{CE3B5D71-C8C5-46CD-8C28-C39BA97001BB}" destId="{38B27B37-91A0-4E4D-B519-D6A14F485ABA}" srcOrd="0" destOrd="0" presId="urn:microsoft.com/office/officeart/2018/5/layout/IconCircleLabelList"/>
    <dgm:cxn modelId="{D4C0DE3F-F385-468F-B3AE-811143A65325}" srcId="{1B8B6F34-B7C8-4590-BD2E-9D11491B07E8}" destId="{BD3DEAD2-DF10-4ED8-9742-FDEB3F6467A9}" srcOrd="2" destOrd="0" parTransId="{FE7226FC-BCC2-4F0F-A1D7-089E6DEBD8A8}" sibTransId="{7B23B157-B7AA-478F-9C36-7E1650F31970}"/>
    <dgm:cxn modelId="{17270A69-0B24-4845-97E0-E24D3B9BB0DB}" srcId="{1B8B6F34-B7C8-4590-BD2E-9D11491B07E8}" destId="{CE3B5D71-C8C5-46CD-8C28-C39BA97001BB}" srcOrd="1" destOrd="0" parTransId="{D3CE7D22-0BC7-4920-8DD7-03A5B439EA2A}" sibTransId="{84E08232-E6B4-48BE-A15F-AE8BF108C369}"/>
    <dgm:cxn modelId="{9183DE7C-3186-42A8-8548-DFD9B610603C}" type="presOf" srcId="{43437A71-B365-4DF6-9524-4A83A69B4158}" destId="{D7E5D80F-47F0-4DF9-9BAF-31080A0E2C53}" srcOrd="0" destOrd="0" presId="urn:microsoft.com/office/officeart/2018/5/layout/IconCircleLabelList"/>
    <dgm:cxn modelId="{EBCA5F85-477A-4C07-9215-D686BC29A176}" srcId="{1B8B6F34-B7C8-4590-BD2E-9D11491B07E8}" destId="{43437A71-B365-4DF6-9524-4A83A69B4158}" srcOrd="3" destOrd="0" parTransId="{551DF270-4703-4B3F-93B2-9184FA8914AF}" sibTransId="{01D2DB45-D1DB-40E5-88F7-EBD50C6E3F74}"/>
    <dgm:cxn modelId="{6027DBB5-1EF3-4F99-A914-8D3C003641D2}" type="presOf" srcId="{2E804736-D2ED-487B-B35A-4266773673F4}" destId="{CB3FF6CF-5A01-4405-B057-841FA64D1CAD}" srcOrd="0" destOrd="0" presId="urn:microsoft.com/office/officeart/2018/5/layout/IconCircleLabelList"/>
    <dgm:cxn modelId="{439310BF-4CB0-4A07-A4C5-4A3B5195723F}" type="presOf" srcId="{1B8B6F34-B7C8-4590-BD2E-9D11491B07E8}" destId="{CE7E743B-EAB2-4FAC-B323-42AA2D4EE257}" srcOrd="0" destOrd="0" presId="urn:microsoft.com/office/officeart/2018/5/layout/IconCircleLabelList"/>
    <dgm:cxn modelId="{AC0B5ED5-197D-446E-B2DF-0E0F3F086DBA}" type="presOf" srcId="{BD3DEAD2-DF10-4ED8-9742-FDEB3F6467A9}" destId="{CE304473-49DB-4029-BC08-F439263468FD}" srcOrd="0" destOrd="0" presId="urn:microsoft.com/office/officeart/2018/5/layout/IconCircleLabelList"/>
    <dgm:cxn modelId="{D3A03DEE-F1CE-4D53-80C0-B113EBAB25AE}" srcId="{1B8B6F34-B7C8-4590-BD2E-9D11491B07E8}" destId="{2E804736-D2ED-487B-B35A-4266773673F4}" srcOrd="0" destOrd="0" parTransId="{BA462C2F-2AC0-4A47-9670-AE2B9B388086}" sibTransId="{8C1B17F6-1582-4769-B75D-754F8A55F791}"/>
    <dgm:cxn modelId="{5035C18E-E8B8-444A-84DB-85F0BEDEB4F7}" type="presParOf" srcId="{CE7E743B-EAB2-4FAC-B323-42AA2D4EE257}" destId="{85FD49F3-1AF1-49DD-863F-FED2875774C7}" srcOrd="0" destOrd="0" presId="urn:microsoft.com/office/officeart/2018/5/layout/IconCircleLabelList"/>
    <dgm:cxn modelId="{1E87A536-080E-4E63-BB70-D98076104531}" type="presParOf" srcId="{85FD49F3-1AF1-49DD-863F-FED2875774C7}" destId="{A50815D8-3800-4F62-9220-AA0A991F25DF}" srcOrd="0" destOrd="0" presId="urn:microsoft.com/office/officeart/2018/5/layout/IconCircleLabelList"/>
    <dgm:cxn modelId="{9240E98C-2F8A-4E3D-8D03-6A156E184623}" type="presParOf" srcId="{85FD49F3-1AF1-49DD-863F-FED2875774C7}" destId="{605FAE9C-7EF1-4699-8797-F16BF97B00F0}" srcOrd="1" destOrd="0" presId="urn:microsoft.com/office/officeart/2018/5/layout/IconCircleLabelList"/>
    <dgm:cxn modelId="{BF873CE7-B95C-4CE5-8C8F-4FF199D374DC}" type="presParOf" srcId="{85FD49F3-1AF1-49DD-863F-FED2875774C7}" destId="{57311EB8-63B7-4790-84A1-844BD6CD0693}" srcOrd="2" destOrd="0" presId="urn:microsoft.com/office/officeart/2018/5/layout/IconCircleLabelList"/>
    <dgm:cxn modelId="{F619A9F0-D003-4423-A53C-F8F6A5026730}" type="presParOf" srcId="{85FD49F3-1AF1-49DD-863F-FED2875774C7}" destId="{CB3FF6CF-5A01-4405-B057-841FA64D1CAD}" srcOrd="3" destOrd="0" presId="urn:microsoft.com/office/officeart/2018/5/layout/IconCircleLabelList"/>
    <dgm:cxn modelId="{3F7EA046-C98C-4FC6-B99B-1B9CB21123B1}" type="presParOf" srcId="{CE7E743B-EAB2-4FAC-B323-42AA2D4EE257}" destId="{BB4BC437-6140-42F2-BB4B-9B6401EA816C}" srcOrd="1" destOrd="0" presId="urn:microsoft.com/office/officeart/2018/5/layout/IconCircleLabelList"/>
    <dgm:cxn modelId="{059F5850-A5E4-463C-8D02-CE8675C47355}" type="presParOf" srcId="{CE7E743B-EAB2-4FAC-B323-42AA2D4EE257}" destId="{753042D0-3FAB-4E58-8FB8-B5BAAD58384F}" srcOrd="2" destOrd="0" presId="urn:microsoft.com/office/officeart/2018/5/layout/IconCircleLabelList"/>
    <dgm:cxn modelId="{AB3C9F0E-981F-4B7D-A832-69162BD72032}" type="presParOf" srcId="{753042D0-3FAB-4E58-8FB8-B5BAAD58384F}" destId="{1D53CEFA-3D84-4AAB-8B50-286D6F8695FF}" srcOrd="0" destOrd="0" presId="urn:microsoft.com/office/officeart/2018/5/layout/IconCircleLabelList"/>
    <dgm:cxn modelId="{392E03D1-9DFC-4036-8C2A-BD2E659BCF10}" type="presParOf" srcId="{753042D0-3FAB-4E58-8FB8-B5BAAD58384F}" destId="{00FD0025-C2D8-4912-BDBE-BE6B3F87F62B}" srcOrd="1" destOrd="0" presId="urn:microsoft.com/office/officeart/2018/5/layout/IconCircleLabelList"/>
    <dgm:cxn modelId="{0E5F8805-D6AD-44AB-A45F-C84AB6AB8275}" type="presParOf" srcId="{753042D0-3FAB-4E58-8FB8-B5BAAD58384F}" destId="{92599513-FFD3-4455-9B7D-FC8793A520BC}" srcOrd="2" destOrd="0" presId="urn:microsoft.com/office/officeart/2018/5/layout/IconCircleLabelList"/>
    <dgm:cxn modelId="{29AF26E4-6816-4094-B892-F741B4BF02F3}" type="presParOf" srcId="{753042D0-3FAB-4E58-8FB8-B5BAAD58384F}" destId="{38B27B37-91A0-4E4D-B519-D6A14F485ABA}" srcOrd="3" destOrd="0" presId="urn:microsoft.com/office/officeart/2018/5/layout/IconCircleLabelList"/>
    <dgm:cxn modelId="{D160F5B9-4537-433E-BFE3-DFF0FB69C745}" type="presParOf" srcId="{CE7E743B-EAB2-4FAC-B323-42AA2D4EE257}" destId="{45A6B9F4-D8BA-484D-AE97-F00CC91A36CA}" srcOrd="3" destOrd="0" presId="urn:microsoft.com/office/officeart/2018/5/layout/IconCircleLabelList"/>
    <dgm:cxn modelId="{CA1ECE16-D398-4F2B-A95E-42A37F700DEB}" type="presParOf" srcId="{CE7E743B-EAB2-4FAC-B323-42AA2D4EE257}" destId="{E85D1468-E1AA-4E6A-A660-84934673DD09}" srcOrd="4" destOrd="0" presId="urn:microsoft.com/office/officeart/2018/5/layout/IconCircleLabelList"/>
    <dgm:cxn modelId="{FCCC10C2-13F1-44F9-8B9E-9B4D64E564B2}" type="presParOf" srcId="{E85D1468-E1AA-4E6A-A660-84934673DD09}" destId="{765234C2-FB49-4049-864C-8505113AA274}" srcOrd="0" destOrd="0" presId="urn:microsoft.com/office/officeart/2018/5/layout/IconCircleLabelList"/>
    <dgm:cxn modelId="{E7F00B44-5342-4D82-848B-67BD088D9D81}" type="presParOf" srcId="{E85D1468-E1AA-4E6A-A660-84934673DD09}" destId="{D827A37A-C1EE-465A-8603-16D3FFC1B272}" srcOrd="1" destOrd="0" presId="urn:microsoft.com/office/officeart/2018/5/layout/IconCircleLabelList"/>
    <dgm:cxn modelId="{A602BFDA-A026-452B-A27E-191A56C9031F}" type="presParOf" srcId="{E85D1468-E1AA-4E6A-A660-84934673DD09}" destId="{6F0D1C94-D474-4644-AD1B-C844B342AFA2}" srcOrd="2" destOrd="0" presId="urn:microsoft.com/office/officeart/2018/5/layout/IconCircleLabelList"/>
    <dgm:cxn modelId="{81CF34C4-159C-441B-B5B7-46556A584AAE}" type="presParOf" srcId="{E85D1468-E1AA-4E6A-A660-84934673DD09}" destId="{CE304473-49DB-4029-BC08-F439263468FD}" srcOrd="3" destOrd="0" presId="urn:microsoft.com/office/officeart/2018/5/layout/IconCircleLabelList"/>
    <dgm:cxn modelId="{928F2EAE-007F-4B57-8820-2B7ECFE30C80}" type="presParOf" srcId="{CE7E743B-EAB2-4FAC-B323-42AA2D4EE257}" destId="{6C919830-423D-4F98-852E-72F64E594A26}" srcOrd="5" destOrd="0" presId="urn:microsoft.com/office/officeart/2018/5/layout/IconCircleLabelList"/>
    <dgm:cxn modelId="{7FF4013F-D948-4FD5-9EF9-984E3FBFFC6F}" type="presParOf" srcId="{CE7E743B-EAB2-4FAC-B323-42AA2D4EE257}" destId="{01C6F352-7D41-4EA0-AE07-8E1A5F8D6A3E}" srcOrd="6" destOrd="0" presId="urn:microsoft.com/office/officeart/2018/5/layout/IconCircleLabelList"/>
    <dgm:cxn modelId="{22454588-1A10-494B-801B-65DE4D7188C7}" type="presParOf" srcId="{01C6F352-7D41-4EA0-AE07-8E1A5F8D6A3E}" destId="{71B71EB2-5472-4ED0-810F-2E072652D9BC}" srcOrd="0" destOrd="0" presId="urn:microsoft.com/office/officeart/2018/5/layout/IconCircleLabelList"/>
    <dgm:cxn modelId="{77F6EBD7-02DF-4A08-B355-838BBCA524F1}" type="presParOf" srcId="{01C6F352-7D41-4EA0-AE07-8E1A5F8D6A3E}" destId="{31F8FC7B-7F54-4770-9067-38B40982B586}" srcOrd="1" destOrd="0" presId="urn:microsoft.com/office/officeart/2018/5/layout/IconCircleLabelList"/>
    <dgm:cxn modelId="{1235A1B7-9C1A-49A3-908D-9337404CFCB7}" type="presParOf" srcId="{01C6F352-7D41-4EA0-AE07-8E1A5F8D6A3E}" destId="{6A9642C2-7064-425B-B409-05DE00A716C5}" srcOrd="2" destOrd="0" presId="urn:microsoft.com/office/officeart/2018/5/layout/IconCircleLabelList"/>
    <dgm:cxn modelId="{469BCA65-9231-4A3A-BA70-5035719AF656}" type="presParOf" srcId="{01C6F352-7D41-4EA0-AE07-8E1A5F8D6A3E}" destId="{D7E5D80F-47F0-4DF9-9BAF-31080A0E2C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F50F06-2E93-46EF-90FB-A714B4E17D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275AF4A-D48C-4E6A-A47C-2DE6FDE4373C}">
      <dgm:prSet/>
      <dgm:spPr/>
      <dgm:t>
        <a:bodyPr/>
        <a:lstStyle/>
        <a:p>
          <a:r>
            <a:rPr lang="en-US"/>
            <a:t>Primary Key: </a:t>
          </a:r>
          <a:r>
            <a:rPr lang="en-US" b="1"/>
            <a:t>Unique identifier </a:t>
          </a:r>
          <a:r>
            <a:rPr lang="en-US"/>
            <a:t>for records.</a:t>
          </a:r>
        </a:p>
      </dgm:t>
    </dgm:pt>
    <dgm:pt modelId="{F6CAE6F6-0B6C-420C-95C1-AE6083C9DB45}" type="parTrans" cxnId="{1C7E2961-9AC8-4BAD-942F-D85948CAF5B0}">
      <dgm:prSet/>
      <dgm:spPr/>
      <dgm:t>
        <a:bodyPr/>
        <a:lstStyle/>
        <a:p>
          <a:endParaRPr lang="en-US"/>
        </a:p>
      </dgm:t>
    </dgm:pt>
    <dgm:pt modelId="{AB2208A6-AC98-4D8C-901D-97E24BAF20FE}" type="sibTrans" cxnId="{1C7E2961-9AC8-4BAD-942F-D85948CAF5B0}">
      <dgm:prSet/>
      <dgm:spPr/>
      <dgm:t>
        <a:bodyPr/>
        <a:lstStyle/>
        <a:p>
          <a:endParaRPr lang="en-US"/>
        </a:p>
      </dgm:t>
    </dgm:pt>
    <dgm:pt modelId="{DA88503B-D2C3-40D9-93EC-3994324F3B1B}">
      <dgm:prSet/>
      <dgm:spPr/>
      <dgm:t>
        <a:bodyPr/>
        <a:lstStyle/>
        <a:p>
          <a:r>
            <a:rPr lang="en-US" b="1" dirty="0"/>
            <a:t>Foreign Key</a:t>
          </a:r>
          <a:r>
            <a:rPr lang="en-US" dirty="0"/>
            <a:t>: Links tables to enforce relationships.</a:t>
          </a:r>
        </a:p>
      </dgm:t>
    </dgm:pt>
    <dgm:pt modelId="{6EE53A24-BF11-42D8-B0DB-EE6272FF9951}" type="parTrans" cxnId="{7A418065-AFF5-4B4C-BC21-CC7A1E006E35}">
      <dgm:prSet/>
      <dgm:spPr/>
      <dgm:t>
        <a:bodyPr/>
        <a:lstStyle/>
        <a:p>
          <a:endParaRPr lang="en-US"/>
        </a:p>
      </dgm:t>
    </dgm:pt>
    <dgm:pt modelId="{14A38DC1-BE4C-4922-AD8E-90D1171A75E7}" type="sibTrans" cxnId="{7A418065-AFF5-4B4C-BC21-CC7A1E006E35}">
      <dgm:prSet/>
      <dgm:spPr/>
      <dgm:t>
        <a:bodyPr/>
        <a:lstStyle/>
        <a:p>
          <a:endParaRPr lang="en-US"/>
        </a:p>
      </dgm:t>
    </dgm:pt>
    <dgm:pt modelId="{C6ED426B-5465-4ED8-BA7E-7DFE6F351C3E}" type="pres">
      <dgm:prSet presAssocID="{43F50F06-2E93-46EF-90FB-A714B4E17D45}" presName="root" presStyleCnt="0">
        <dgm:presLayoutVars>
          <dgm:dir/>
          <dgm:resizeHandles val="exact"/>
        </dgm:presLayoutVars>
      </dgm:prSet>
      <dgm:spPr/>
    </dgm:pt>
    <dgm:pt modelId="{F41EB63C-1BCD-4165-8461-F9B9BD05D944}" type="pres">
      <dgm:prSet presAssocID="{0275AF4A-D48C-4E6A-A47C-2DE6FDE4373C}" presName="compNode" presStyleCnt="0"/>
      <dgm:spPr/>
    </dgm:pt>
    <dgm:pt modelId="{ACC42967-CB76-43A8-8381-FCC43EE6F7B7}" type="pres">
      <dgm:prSet presAssocID="{0275AF4A-D48C-4E6A-A47C-2DE6FDE437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9662F72-EB23-4EB4-B56F-2A7200930E23}" type="pres">
      <dgm:prSet presAssocID="{0275AF4A-D48C-4E6A-A47C-2DE6FDE4373C}" presName="spaceRect" presStyleCnt="0"/>
      <dgm:spPr/>
    </dgm:pt>
    <dgm:pt modelId="{0DC18F46-A684-458B-BB44-9FA0D9A6F158}" type="pres">
      <dgm:prSet presAssocID="{0275AF4A-D48C-4E6A-A47C-2DE6FDE4373C}" presName="textRect" presStyleLbl="revTx" presStyleIdx="0" presStyleCnt="2">
        <dgm:presLayoutVars>
          <dgm:chMax val="1"/>
          <dgm:chPref val="1"/>
        </dgm:presLayoutVars>
      </dgm:prSet>
      <dgm:spPr/>
    </dgm:pt>
    <dgm:pt modelId="{11CBF7F2-2ABD-4635-97C5-D814D5A9270A}" type="pres">
      <dgm:prSet presAssocID="{AB2208A6-AC98-4D8C-901D-97E24BAF20FE}" presName="sibTrans" presStyleCnt="0"/>
      <dgm:spPr/>
    </dgm:pt>
    <dgm:pt modelId="{4892AD30-9520-4C90-9709-533B80F7B6D3}" type="pres">
      <dgm:prSet presAssocID="{DA88503B-D2C3-40D9-93EC-3994324F3B1B}" presName="compNode" presStyleCnt="0"/>
      <dgm:spPr/>
    </dgm:pt>
    <dgm:pt modelId="{2F093911-6755-4244-A36A-5EF37756C01C}" type="pres">
      <dgm:prSet presAssocID="{DA88503B-D2C3-40D9-93EC-3994324F3B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2D2215C-51F0-4F75-B015-FA7E3D2D1DE1}" type="pres">
      <dgm:prSet presAssocID="{DA88503B-D2C3-40D9-93EC-3994324F3B1B}" presName="spaceRect" presStyleCnt="0"/>
      <dgm:spPr/>
    </dgm:pt>
    <dgm:pt modelId="{A62B542A-D717-4386-BA6C-EC8DD01ED520}" type="pres">
      <dgm:prSet presAssocID="{DA88503B-D2C3-40D9-93EC-3994324F3B1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C7E2961-9AC8-4BAD-942F-D85948CAF5B0}" srcId="{43F50F06-2E93-46EF-90FB-A714B4E17D45}" destId="{0275AF4A-D48C-4E6A-A47C-2DE6FDE4373C}" srcOrd="0" destOrd="0" parTransId="{F6CAE6F6-0B6C-420C-95C1-AE6083C9DB45}" sibTransId="{AB2208A6-AC98-4D8C-901D-97E24BAF20FE}"/>
    <dgm:cxn modelId="{7A418065-AFF5-4B4C-BC21-CC7A1E006E35}" srcId="{43F50F06-2E93-46EF-90FB-A714B4E17D45}" destId="{DA88503B-D2C3-40D9-93EC-3994324F3B1B}" srcOrd="1" destOrd="0" parTransId="{6EE53A24-BF11-42D8-B0DB-EE6272FF9951}" sibTransId="{14A38DC1-BE4C-4922-AD8E-90D1171A75E7}"/>
    <dgm:cxn modelId="{7A855BD3-CB1F-4B3D-98FB-392D18132FD3}" type="presOf" srcId="{43F50F06-2E93-46EF-90FB-A714B4E17D45}" destId="{C6ED426B-5465-4ED8-BA7E-7DFE6F351C3E}" srcOrd="0" destOrd="0" presId="urn:microsoft.com/office/officeart/2018/2/layout/IconLabelList"/>
    <dgm:cxn modelId="{14881BEC-0F85-4788-9B7C-2D447A1145B6}" type="presOf" srcId="{DA88503B-D2C3-40D9-93EC-3994324F3B1B}" destId="{A62B542A-D717-4386-BA6C-EC8DD01ED520}" srcOrd="0" destOrd="0" presId="urn:microsoft.com/office/officeart/2018/2/layout/IconLabelList"/>
    <dgm:cxn modelId="{4D041FF2-4C5E-4256-9AEE-A24DFE3DE29D}" type="presOf" srcId="{0275AF4A-D48C-4E6A-A47C-2DE6FDE4373C}" destId="{0DC18F46-A684-458B-BB44-9FA0D9A6F158}" srcOrd="0" destOrd="0" presId="urn:microsoft.com/office/officeart/2018/2/layout/IconLabelList"/>
    <dgm:cxn modelId="{B7B3DC11-0AB3-476E-B94D-47AB28F5720B}" type="presParOf" srcId="{C6ED426B-5465-4ED8-BA7E-7DFE6F351C3E}" destId="{F41EB63C-1BCD-4165-8461-F9B9BD05D944}" srcOrd="0" destOrd="0" presId="urn:microsoft.com/office/officeart/2018/2/layout/IconLabelList"/>
    <dgm:cxn modelId="{2FEA5D42-87B5-40E3-BAEA-F67A7A664B03}" type="presParOf" srcId="{F41EB63C-1BCD-4165-8461-F9B9BD05D944}" destId="{ACC42967-CB76-43A8-8381-FCC43EE6F7B7}" srcOrd="0" destOrd="0" presId="urn:microsoft.com/office/officeart/2018/2/layout/IconLabelList"/>
    <dgm:cxn modelId="{C9170BB4-9B4C-4E2A-A16B-8F2CCCD73FB0}" type="presParOf" srcId="{F41EB63C-1BCD-4165-8461-F9B9BD05D944}" destId="{E9662F72-EB23-4EB4-B56F-2A7200930E23}" srcOrd="1" destOrd="0" presId="urn:microsoft.com/office/officeart/2018/2/layout/IconLabelList"/>
    <dgm:cxn modelId="{6227B3FF-A246-47CA-9A7F-04F4876FC7CD}" type="presParOf" srcId="{F41EB63C-1BCD-4165-8461-F9B9BD05D944}" destId="{0DC18F46-A684-458B-BB44-9FA0D9A6F158}" srcOrd="2" destOrd="0" presId="urn:microsoft.com/office/officeart/2018/2/layout/IconLabelList"/>
    <dgm:cxn modelId="{AAF4EFBE-C02D-4BA0-918B-624BBDE8CC76}" type="presParOf" srcId="{C6ED426B-5465-4ED8-BA7E-7DFE6F351C3E}" destId="{11CBF7F2-2ABD-4635-97C5-D814D5A9270A}" srcOrd="1" destOrd="0" presId="urn:microsoft.com/office/officeart/2018/2/layout/IconLabelList"/>
    <dgm:cxn modelId="{DFF50AF1-CFC2-4A84-97B6-4B4DB65978D8}" type="presParOf" srcId="{C6ED426B-5465-4ED8-BA7E-7DFE6F351C3E}" destId="{4892AD30-9520-4C90-9709-533B80F7B6D3}" srcOrd="2" destOrd="0" presId="urn:microsoft.com/office/officeart/2018/2/layout/IconLabelList"/>
    <dgm:cxn modelId="{EDB11880-CA41-423F-AEA5-1D4665EF1262}" type="presParOf" srcId="{4892AD30-9520-4C90-9709-533B80F7B6D3}" destId="{2F093911-6755-4244-A36A-5EF37756C01C}" srcOrd="0" destOrd="0" presId="urn:microsoft.com/office/officeart/2018/2/layout/IconLabelList"/>
    <dgm:cxn modelId="{E1B00991-D341-48C2-95CD-FB55D958EED2}" type="presParOf" srcId="{4892AD30-9520-4C90-9709-533B80F7B6D3}" destId="{F2D2215C-51F0-4F75-B015-FA7E3D2D1DE1}" srcOrd="1" destOrd="0" presId="urn:microsoft.com/office/officeart/2018/2/layout/IconLabelList"/>
    <dgm:cxn modelId="{8EBB9C89-5E8F-4091-8ACE-04CE00C0F455}" type="presParOf" srcId="{4892AD30-9520-4C90-9709-533B80F7B6D3}" destId="{A62B542A-D717-4386-BA6C-EC8DD01ED52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BAB636-F574-4B5D-A502-F0E11FA2826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22A09A-47F6-45B4-BA06-1D72605D28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Complexity</a:t>
          </a:r>
        </a:p>
      </dgm:t>
    </dgm:pt>
    <dgm:pt modelId="{61E4A34E-6148-44DE-91D9-8851B19B25EC}" type="parTrans" cxnId="{28BAEB2B-9F44-434B-81CD-78308F1907D5}">
      <dgm:prSet/>
      <dgm:spPr/>
      <dgm:t>
        <a:bodyPr/>
        <a:lstStyle/>
        <a:p>
          <a:endParaRPr lang="en-US"/>
        </a:p>
      </dgm:t>
    </dgm:pt>
    <dgm:pt modelId="{C27A76CE-5492-4ED2-93F3-615CB366B4F9}" type="sibTrans" cxnId="{28BAEB2B-9F44-434B-81CD-78308F1907D5}">
      <dgm:prSet/>
      <dgm:spPr/>
      <dgm:t>
        <a:bodyPr/>
        <a:lstStyle/>
        <a:p>
          <a:endParaRPr lang="en-US"/>
        </a:p>
      </dgm:t>
    </dgm:pt>
    <dgm:pt modelId="{0F60E543-3B4D-488F-8750-DE7AF6307C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High initial setup cost</a:t>
          </a:r>
        </a:p>
      </dgm:t>
    </dgm:pt>
    <dgm:pt modelId="{BFDE192D-001A-4944-BDA3-265F21A4F16E}" type="parTrans" cxnId="{2FD4F7D5-1E75-4122-A10D-EF4A1C3A9DE2}">
      <dgm:prSet/>
      <dgm:spPr/>
      <dgm:t>
        <a:bodyPr/>
        <a:lstStyle/>
        <a:p>
          <a:endParaRPr lang="en-US"/>
        </a:p>
      </dgm:t>
    </dgm:pt>
    <dgm:pt modelId="{519E811D-0F18-469A-B78F-0FC9B7D01E6F}" type="sibTrans" cxnId="{2FD4F7D5-1E75-4122-A10D-EF4A1C3A9DE2}">
      <dgm:prSet/>
      <dgm:spPr/>
      <dgm:t>
        <a:bodyPr/>
        <a:lstStyle/>
        <a:p>
          <a:endParaRPr lang="en-US"/>
        </a:p>
      </dgm:t>
    </dgm:pt>
    <dgm:pt modelId="{B793D07B-4655-4D6E-9592-83AAC60166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Requires skilled professionals</a:t>
          </a:r>
        </a:p>
      </dgm:t>
    </dgm:pt>
    <dgm:pt modelId="{48DF6916-194A-4BC1-8371-EF4977B804EC}" type="parTrans" cxnId="{413A96F9-D27B-46C5-88CD-3FDBF5409151}">
      <dgm:prSet/>
      <dgm:spPr/>
      <dgm:t>
        <a:bodyPr/>
        <a:lstStyle/>
        <a:p>
          <a:endParaRPr lang="en-US"/>
        </a:p>
      </dgm:t>
    </dgm:pt>
    <dgm:pt modelId="{85E03474-D58B-4752-901D-B1516B5B4D60}" type="sibTrans" cxnId="{413A96F9-D27B-46C5-88CD-3FDBF5409151}">
      <dgm:prSet/>
      <dgm:spPr/>
      <dgm:t>
        <a:bodyPr/>
        <a:lstStyle/>
        <a:p>
          <a:endParaRPr lang="en-US"/>
        </a:p>
      </dgm:t>
    </dgm:pt>
    <dgm:pt modelId="{DDC023E3-9D82-414D-A884-8738E82D8436}" type="pres">
      <dgm:prSet presAssocID="{5CBAB636-F574-4B5D-A502-F0E11FA28264}" presName="root" presStyleCnt="0">
        <dgm:presLayoutVars>
          <dgm:dir/>
          <dgm:resizeHandles val="exact"/>
        </dgm:presLayoutVars>
      </dgm:prSet>
      <dgm:spPr/>
    </dgm:pt>
    <dgm:pt modelId="{21AD4763-BE49-46DC-89AF-DF0E10F70BF3}" type="pres">
      <dgm:prSet presAssocID="{E722A09A-47F6-45B4-BA06-1D72605D2855}" presName="compNode" presStyleCnt="0"/>
      <dgm:spPr/>
    </dgm:pt>
    <dgm:pt modelId="{48B36236-62A3-4760-B360-E7BD818A5678}" type="pres">
      <dgm:prSet presAssocID="{E722A09A-47F6-45B4-BA06-1D72605D28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724879C4-FBB2-4FA9-B19D-80B77DE993BD}" type="pres">
      <dgm:prSet presAssocID="{E722A09A-47F6-45B4-BA06-1D72605D2855}" presName="spaceRect" presStyleCnt="0"/>
      <dgm:spPr/>
    </dgm:pt>
    <dgm:pt modelId="{25D071E6-DB08-4EE7-80D6-47C270B1C486}" type="pres">
      <dgm:prSet presAssocID="{E722A09A-47F6-45B4-BA06-1D72605D2855}" presName="textRect" presStyleLbl="revTx" presStyleIdx="0" presStyleCnt="3">
        <dgm:presLayoutVars>
          <dgm:chMax val="1"/>
          <dgm:chPref val="1"/>
        </dgm:presLayoutVars>
      </dgm:prSet>
      <dgm:spPr/>
    </dgm:pt>
    <dgm:pt modelId="{0D8950AA-E998-4F0F-B49A-6A1EC8433A14}" type="pres">
      <dgm:prSet presAssocID="{C27A76CE-5492-4ED2-93F3-615CB366B4F9}" presName="sibTrans" presStyleCnt="0"/>
      <dgm:spPr/>
    </dgm:pt>
    <dgm:pt modelId="{F529E1AF-3058-4D9F-86F2-0BDAD2C7A186}" type="pres">
      <dgm:prSet presAssocID="{0F60E543-3B4D-488F-8750-DE7AF6307C10}" presName="compNode" presStyleCnt="0"/>
      <dgm:spPr/>
    </dgm:pt>
    <dgm:pt modelId="{CC538946-EB1E-4B6A-BB6A-863404E9A129}" type="pres">
      <dgm:prSet presAssocID="{0F60E543-3B4D-488F-8750-DE7AF6307C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03052E8-74FF-45A7-B5BD-A1E06FF43CA3}" type="pres">
      <dgm:prSet presAssocID="{0F60E543-3B4D-488F-8750-DE7AF6307C10}" presName="spaceRect" presStyleCnt="0"/>
      <dgm:spPr/>
    </dgm:pt>
    <dgm:pt modelId="{FA624432-7C6E-4EC2-AB0E-5197E85C4466}" type="pres">
      <dgm:prSet presAssocID="{0F60E543-3B4D-488F-8750-DE7AF6307C10}" presName="textRect" presStyleLbl="revTx" presStyleIdx="1" presStyleCnt="3">
        <dgm:presLayoutVars>
          <dgm:chMax val="1"/>
          <dgm:chPref val="1"/>
        </dgm:presLayoutVars>
      </dgm:prSet>
      <dgm:spPr/>
    </dgm:pt>
    <dgm:pt modelId="{99A3A89F-BDE2-4472-BD5E-DCE9A7F01DB7}" type="pres">
      <dgm:prSet presAssocID="{519E811D-0F18-469A-B78F-0FC9B7D01E6F}" presName="sibTrans" presStyleCnt="0"/>
      <dgm:spPr/>
    </dgm:pt>
    <dgm:pt modelId="{FC977603-10CF-46D4-B9DF-D3DBA35C11E4}" type="pres">
      <dgm:prSet presAssocID="{B793D07B-4655-4D6E-9592-83AAC60166E4}" presName="compNode" presStyleCnt="0"/>
      <dgm:spPr/>
    </dgm:pt>
    <dgm:pt modelId="{065555DD-B6D5-4A86-B69E-EF640174F217}" type="pres">
      <dgm:prSet presAssocID="{B793D07B-4655-4D6E-9592-83AAC60166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52695B8-0F91-49F0-92FA-BF1B13B2B348}" type="pres">
      <dgm:prSet presAssocID="{B793D07B-4655-4D6E-9592-83AAC60166E4}" presName="spaceRect" presStyleCnt="0"/>
      <dgm:spPr/>
    </dgm:pt>
    <dgm:pt modelId="{265D12DA-6DC1-46B7-A21B-705ECE5E8095}" type="pres">
      <dgm:prSet presAssocID="{B793D07B-4655-4D6E-9592-83AAC60166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BEFC921-EA21-4FB8-99A3-0D59FA915A2F}" type="presOf" srcId="{B793D07B-4655-4D6E-9592-83AAC60166E4}" destId="{265D12DA-6DC1-46B7-A21B-705ECE5E8095}" srcOrd="0" destOrd="0" presId="urn:microsoft.com/office/officeart/2018/2/layout/IconLabelList"/>
    <dgm:cxn modelId="{28BAEB2B-9F44-434B-81CD-78308F1907D5}" srcId="{5CBAB636-F574-4B5D-A502-F0E11FA28264}" destId="{E722A09A-47F6-45B4-BA06-1D72605D2855}" srcOrd="0" destOrd="0" parTransId="{61E4A34E-6148-44DE-91D9-8851B19B25EC}" sibTransId="{C27A76CE-5492-4ED2-93F3-615CB366B4F9}"/>
    <dgm:cxn modelId="{31F71738-7DB6-43B7-A41D-29B2B33C0408}" type="presOf" srcId="{0F60E543-3B4D-488F-8750-DE7AF6307C10}" destId="{FA624432-7C6E-4EC2-AB0E-5197E85C4466}" srcOrd="0" destOrd="0" presId="urn:microsoft.com/office/officeart/2018/2/layout/IconLabelList"/>
    <dgm:cxn modelId="{39CA5275-8AE0-437D-A639-BA847DCD4114}" type="presOf" srcId="{E722A09A-47F6-45B4-BA06-1D72605D2855}" destId="{25D071E6-DB08-4EE7-80D6-47C270B1C486}" srcOrd="0" destOrd="0" presId="urn:microsoft.com/office/officeart/2018/2/layout/IconLabelList"/>
    <dgm:cxn modelId="{ED4DDEBA-3D71-46A4-918A-FBF75946FAB2}" type="presOf" srcId="{5CBAB636-F574-4B5D-A502-F0E11FA28264}" destId="{DDC023E3-9D82-414D-A884-8738E82D8436}" srcOrd="0" destOrd="0" presId="urn:microsoft.com/office/officeart/2018/2/layout/IconLabelList"/>
    <dgm:cxn modelId="{2FD4F7D5-1E75-4122-A10D-EF4A1C3A9DE2}" srcId="{5CBAB636-F574-4B5D-A502-F0E11FA28264}" destId="{0F60E543-3B4D-488F-8750-DE7AF6307C10}" srcOrd="1" destOrd="0" parTransId="{BFDE192D-001A-4944-BDA3-265F21A4F16E}" sibTransId="{519E811D-0F18-469A-B78F-0FC9B7D01E6F}"/>
    <dgm:cxn modelId="{413A96F9-D27B-46C5-88CD-3FDBF5409151}" srcId="{5CBAB636-F574-4B5D-A502-F0E11FA28264}" destId="{B793D07B-4655-4D6E-9592-83AAC60166E4}" srcOrd="2" destOrd="0" parTransId="{48DF6916-194A-4BC1-8371-EF4977B804EC}" sibTransId="{85E03474-D58B-4752-901D-B1516B5B4D60}"/>
    <dgm:cxn modelId="{A182F066-64A3-4F66-8397-123E6809B517}" type="presParOf" srcId="{DDC023E3-9D82-414D-A884-8738E82D8436}" destId="{21AD4763-BE49-46DC-89AF-DF0E10F70BF3}" srcOrd="0" destOrd="0" presId="urn:microsoft.com/office/officeart/2018/2/layout/IconLabelList"/>
    <dgm:cxn modelId="{8E8DE5AF-E152-4BF9-B595-BE273D8420B3}" type="presParOf" srcId="{21AD4763-BE49-46DC-89AF-DF0E10F70BF3}" destId="{48B36236-62A3-4760-B360-E7BD818A5678}" srcOrd="0" destOrd="0" presId="urn:microsoft.com/office/officeart/2018/2/layout/IconLabelList"/>
    <dgm:cxn modelId="{4750CE35-BB24-4B74-8367-C36CEADD7807}" type="presParOf" srcId="{21AD4763-BE49-46DC-89AF-DF0E10F70BF3}" destId="{724879C4-FBB2-4FA9-B19D-80B77DE993BD}" srcOrd="1" destOrd="0" presId="urn:microsoft.com/office/officeart/2018/2/layout/IconLabelList"/>
    <dgm:cxn modelId="{CE5FE348-EE2A-472D-81D0-94108E8CAEF0}" type="presParOf" srcId="{21AD4763-BE49-46DC-89AF-DF0E10F70BF3}" destId="{25D071E6-DB08-4EE7-80D6-47C270B1C486}" srcOrd="2" destOrd="0" presId="urn:microsoft.com/office/officeart/2018/2/layout/IconLabelList"/>
    <dgm:cxn modelId="{1A223ACE-BE09-44EA-ADA8-13F440F76F15}" type="presParOf" srcId="{DDC023E3-9D82-414D-A884-8738E82D8436}" destId="{0D8950AA-E998-4F0F-B49A-6A1EC8433A14}" srcOrd="1" destOrd="0" presId="urn:microsoft.com/office/officeart/2018/2/layout/IconLabelList"/>
    <dgm:cxn modelId="{48617DF5-CFF2-4A13-B97B-86DB806CE133}" type="presParOf" srcId="{DDC023E3-9D82-414D-A884-8738E82D8436}" destId="{F529E1AF-3058-4D9F-86F2-0BDAD2C7A186}" srcOrd="2" destOrd="0" presId="urn:microsoft.com/office/officeart/2018/2/layout/IconLabelList"/>
    <dgm:cxn modelId="{514FCE2C-D4D7-4363-8ECF-3C4D212CCF7D}" type="presParOf" srcId="{F529E1AF-3058-4D9F-86F2-0BDAD2C7A186}" destId="{CC538946-EB1E-4B6A-BB6A-863404E9A129}" srcOrd="0" destOrd="0" presId="urn:microsoft.com/office/officeart/2018/2/layout/IconLabelList"/>
    <dgm:cxn modelId="{6D38C4A8-0436-48A6-B7AA-157CD49ECF73}" type="presParOf" srcId="{F529E1AF-3058-4D9F-86F2-0BDAD2C7A186}" destId="{B03052E8-74FF-45A7-B5BD-A1E06FF43CA3}" srcOrd="1" destOrd="0" presId="urn:microsoft.com/office/officeart/2018/2/layout/IconLabelList"/>
    <dgm:cxn modelId="{F5096247-F80A-427F-B8A8-BF44DA7F2605}" type="presParOf" srcId="{F529E1AF-3058-4D9F-86F2-0BDAD2C7A186}" destId="{FA624432-7C6E-4EC2-AB0E-5197E85C4466}" srcOrd="2" destOrd="0" presId="urn:microsoft.com/office/officeart/2018/2/layout/IconLabelList"/>
    <dgm:cxn modelId="{5101D4B8-2C08-4994-86A6-699FE606436B}" type="presParOf" srcId="{DDC023E3-9D82-414D-A884-8738E82D8436}" destId="{99A3A89F-BDE2-4472-BD5E-DCE9A7F01DB7}" srcOrd="3" destOrd="0" presId="urn:microsoft.com/office/officeart/2018/2/layout/IconLabelList"/>
    <dgm:cxn modelId="{44AC3838-2E2C-47ED-A3A2-9BA964304281}" type="presParOf" srcId="{DDC023E3-9D82-414D-A884-8738E82D8436}" destId="{FC977603-10CF-46D4-B9DF-D3DBA35C11E4}" srcOrd="4" destOrd="0" presId="urn:microsoft.com/office/officeart/2018/2/layout/IconLabelList"/>
    <dgm:cxn modelId="{B40AF982-3ADE-447D-9F6B-0C8C33904EBD}" type="presParOf" srcId="{FC977603-10CF-46D4-B9DF-D3DBA35C11E4}" destId="{065555DD-B6D5-4A86-B69E-EF640174F217}" srcOrd="0" destOrd="0" presId="urn:microsoft.com/office/officeart/2018/2/layout/IconLabelList"/>
    <dgm:cxn modelId="{7E93DC67-274A-4721-9526-80284F5CA8D6}" type="presParOf" srcId="{FC977603-10CF-46D4-B9DF-D3DBA35C11E4}" destId="{D52695B8-0F91-49F0-92FA-BF1B13B2B348}" srcOrd="1" destOrd="0" presId="urn:microsoft.com/office/officeart/2018/2/layout/IconLabelList"/>
    <dgm:cxn modelId="{57955EC5-40CC-4108-B177-D5B0B5016917}" type="presParOf" srcId="{FC977603-10CF-46D4-B9DF-D3DBA35C11E4}" destId="{265D12DA-6DC1-46B7-A21B-705ECE5E809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4489A-0186-4C4E-A1ED-4EC43F677E5B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6E492-0CA7-4EF0-A8D9-B15CDF058994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BFBF7-248A-49A4-AF6C-A1434F1F14A4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manage large datasets efficiently</a:t>
          </a:r>
        </a:p>
      </dsp:txBody>
      <dsp:txXfrm>
        <a:off x="1844034" y="682"/>
        <a:ext cx="2839914" cy="1596566"/>
      </dsp:txXfrm>
    </dsp:sp>
    <dsp:sp modelId="{DAADB508-0042-46D8-B7F7-041431AB4A0A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4B2F7-8F9B-476D-A255-2D2AC89E7093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7F667-E8A7-4F63-8F4C-88497A8BF3BD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Ensure data accuracy and consistency</a:t>
          </a:r>
        </a:p>
      </dsp:txBody>
      <dsp:txXfrm>
        <a:off x="1844034" y="1996390"/>
        <a:ext cx="2839914" cy="1596566"/>
      </dsp:txXfrm>
    </dsp:sp>
    <dsp:sp modelId="{5DB16947-907E-4BB6-9395-ABB0046E7882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FA67E4-589D-409C-8E9C-1DA41D3B61A2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8FDF0-9972-4330-98CC-99C1E6147987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Enable multi-user access with security</a:t>
          </a:r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BB572-AB93-42F6-B27F-DD9F06B08576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5105B-C1BA-4407-8371-CDFD0799A18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06FF1-C694-46EA-9034-15EDA316FECC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Database Design</a:t>
          </a:r>
        </a:p>
      </dsp:txBody>
      <dsp:txXfrm>
        <a:off x="1357965" y="2319"/>
        <a:ext cx="3325983" cy="1175727"/>
      </dsp:txXfrm>
    </dsp:sp>
    <dsp:sp modelId="{751BB6B0-0375-40F7-BB63-6B137674C53B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773DE-C8DF-41BD-B692-0353BED5581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6D3C3-913C-4EA0-B0ED-072795D9DF45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Performance Tuning</a:t>
          </a:r>
        </a:p>
      </dsp:txBody>
      <dsp:txXfrm>
        <a:off x="1357965" y="1471979"/>
        <a:ext cx="3325983" cy="1175727"/>
      </dsp:txXfrm>
    </dsp:sp>
    <dsp:sp modelId="{48AD0D62-8583-4378-956D-3F396524A2D5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280FAA-2766-47E1-B33A-831F79D1A7EF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881AF-F174-4C80-AFA7-C894F0DB7089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Backup and Recovery</a:t>
          </a:r>
        </a:p>
      </dsp:txBody>
      <dsp:txXfrm>
        <a:off x="1357965" y="2941639"/>
        <a:ext cx="3325983" cy="1175727"/>
      </dsp:txXfrm>
    </dsp:sp>
    <dsp:sp modelId="{DAE0E3CD-585D-4796-8DA1-7177F241C25E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85095-1A9B-4621-865D-3897E272AA2D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5DA4C-F25A-42CF-AA0A-B1B06A307C46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Security Management</a:t>
          </a:r>
        </a:p>
      </dsp:txBody>
      <dsp:txXfrm>
        <a:off x="1357965" y="4411299"/>
        <a:ext cx="3325983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41553-B21E-49ED-81CF-C2F31B3CEE41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68E9C-EF23-4F87-AECB-0FA494BD9627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32500-FF39-4E99-BF00-9C22831FD6E8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Installing and configuring DBMS</a:t>
          </a:r>
        </a:p>
      </dsp:txBody>
      <dsp:txXfrm>
        <a:off x="1357965" y="2319"/>
        <a:ext cx="3325983" cy="1175727"/>
      </dsp:txXfrm>
    </dsp:sp>
    <dsp:sp modelId="{E1E09CDB-3979-4667-AB85-0D319D97019B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FDDD1F-F9FB-4469-9EE8-0E7EA9746C08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CB475-C98A-420E-92CA-9D1BC5F1FFC3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Monitoring and optimizing performance</a:t>
          </a:r>
        </a:p>
      </dsp:txBody>
      <dsp:txXfrm>
        <a:off x="1357965" y="1471979"/>
        <a:ext cx="3325983" cy="1175727"/>
      </dsp:txXfrm>
    </dsp:sp>
    <dsp:sp modelId="{9EBB6589-15BC-4955-8EBD-111292E11E88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EFADE-DA9E-41E3-AD5A-662E577B7CC5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CA742-59BB-4604-870C-DC4110066685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Managing access and ensuring security</a:t>
          </a:r>
        </a:p>
      </dsp:txBody>
      <dsp:txXfrm>
        <a:off x="1357965" y="2941639"/>
        <a:ext cx="3325983" cy="1175727"/>
      </dsp:txXfrm>
    </dsp:sp>
    <dsp:sp modelId="{964DFED8-F310-4D0C-9541-B0455C376B33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E91DE-655D-4ED6-8D59-BBC2E61BF3F9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BDA44-A4F2-427E-B39E-0D1C762AC659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Handling backups and disaster recovery</a:t>
          </a:r>
        </a:p>
      </dsp:txBody>
      <dsp:txXfrm>
        <a:off x="1357965" y="4411299"/>
        <a:ext cx="3325983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815D8-3800-4F62-9220-AA0A991F25DF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FAE9C-7EF1-4699-8797-F16BF97B00F0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FF6CF-5A01-4405-B057-841FA64D1CAD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Data Integrity</a:t>
          </a:r>
        </a:p>
      </dsp:txBody>
      <dsp:txXfrm>
        <a:off x="2092" y="2524067"/>
        <a:ext cx="1741992" cy="696796"/>
      </dsp:txXfrm>
    </dsp:sp>
    <dsp:sp modelId="{1D53CEFA-3D84-4AAB-8B50-286D6F8695FF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FD0025-C2D8-4912-BDBE-BE6B3F87F62B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27B37-91A0-4E4D-B519-D6A14F485ABA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Flexibility</a:t>
          </a:r>
        </a:p>
      </dsp:txBody>
      <dsp:txXfrm>
        <a:off x="2048933" y="2524067"/>
        <a:ext cx="1741992" cy="696796"/>
      </dsp:txXfrm>
    </dsp:sp>
    <dsp:sp modelId="{765234C2-FB49-4049-864C-8505113AA274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27A37A-C1EE-465A-8603-16D3FFC1B272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04473-49DB-4029-BC08-F439263468FD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Scalability</a:t>
          </a:r>
        </a:p>
      </dsp:txBody>
      <dsp:txXfrm>
        <a:off x="4095774" y="2524067"/>
        <a:ext cx="1741992" cy="696796"/>
      </dsp:txXfrm>
    </dsp:sp>
    <dsp:sp modelId="{71B71EB2-5472-4ED0-810F-2E072652D9BC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F8FC7B-7F54-4770-9067-38B40982B586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5D80F-47F0-4DF9-9BAF-31080A0E2C53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Security</a:t>
          </a:r>
        </a:p>
      </dsp:txBody>
      <dsp:txXfrm>
        <a:off x="6142615" y="2524067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42967-CB76-43A8-8381-FCC43EE6F7B7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18F46-A684-458B-BB44-9FA0D9A6F158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Primary Key: </a:t>
          </a:r>
          <a:r>
            <a:rPr lang="en-US" sz="2500" b="1" kern="1200"/>
            <a:t>Unique identifier </a:t>
          </a:r>
          <a:r>
            <a:rPr lang="en-US" sz="2500" kern="1200"/>
            <a:t>for records.</a:t>
          </a:r>
        </a:p>
      </dsp:txBody>
      <dsp:txXfrm>
        <a:off x="16115" y="2835228"/>
        <a:ext cx="3611250" cy="720000"/>
      </dsp:txXfrm>
    </dsp:sp>
    <dsp:sp modelId="{2F093911-6755-4244-A36A-5EF37756C01C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B542A-D717-4386-BA6C-EC8DD01ED520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Foreign Key</a:t>
          </a:r>
          <a:r>
            <a:rPr lang="en-US" sz="2500" kern="1200" dirty="0"/>
            <a:t>: Links tables to enforce relationships.</a:t>
          </a:r>
        </a:p>
      </dsp:txBody>
      <dsp:txXfrm>
        <a:off x="4259334" y="2835228"/>
        <a:ext cx="3611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36236-62A3-4760-B360-E7BD818A5678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071E6-DB08-4EE7-80D6-47C270B1C486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Complexity</a:t>
          </a:r>
        </a:p>
      </dsp:txBody>
      <dsp:txXfrm>
        <a:off x="90151" y="2602589"/>
        <a:ext cx="2402775" cy="720000"/>
      </dsp:txXfrm>
    </dsp:sp>
    <dsp:sp modelId="{CC538946-EB1E-4B6A-BB6A-863404E9A129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24432-7C6E-4EC2-AB0E-5197E85C4466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High initial setup cost</a:t>
          </a:r>
        </a:p>
      </dsp:txBody>
      <dsp:txXfrm>
        <a:off x="2913412" y="2602589"/>
        <a:ext cx="2402775" cy="720000"/>
      </dsp:txXfrm>
    </dsp:sp>
    <dsp:sp modelId="{065555DD-B6D5-4A86-B69E-EF640174F217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D12DA-6DC1-46B7-A21B-705ECE5E8095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Requires skilled professionals</a:t>
          </a:r>
        </a:p>
      </dsp:txBody>
      <dsp:txXfrm>
        <a:off x="5736673" y="2602589"/>
        <a:ext cx="24027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18/11/2024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RDS-Relational Database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9CAA9-D0B1-4253-95AF-C412DFC374A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094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691" y="5519152"/>
            <a:ext cx="2627646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11/18/2024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6018" y="5519152"/>
            <a:ext cx="3086100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1, Day 1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Introduction to Database Systems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it-IT" sz="3850"/>
              <a:t>Course Overview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100" dirty="0"/>
              <a:t>Goal: Enable students to be top </a:t>
            </a:r>
            <a:r>
              <a:rPr lang="en-GB" sz="2100" b="1" dirty="0"/>
              <a:t>10% DBAs </a:t>
            </a:r>
            <a:r>
              <a:rPr lang="en-GB" sz="2100" dirty="0"/>
              <a:t>in the country</a:t>
            </a:r>
          </a:p>
          <a:p>
            <a:pPr marL="0" indent="0">
              <a:buNone/>
            </a:pPr>
            <a:r>
              <a:rPr lang="en-GB" sz="2100" dirty="0"/>
              <a:t>Topics:</a:t>
            </a:r>
          </a:p>
          <a:p>
            <a:pPr marL="0" indent="0">
              <a:buNone/>
            </a:pPr>
            <a:r>
              <a:rPr lang="en-GB" sz="2100" dirty="0"/>
              <a:t>	1. What is a Database?</a:t>
            </a:r>
          </a:p>
          <a:p>
            <a:pPr marL="0" indent="0">
              <a:buNone/>
            </a:pPr>
            <a:r>
              <a:rPr lang="en-GB" sz="2100" dirty="0"/>
              <a:t>	2. Differences between Database and File 	System</a:t>
            </a:r>
          </a:p>
          <a:p>
            <a:pPr marL="0" indent="0">
              <a:buNone/>
            </a:pPr>
            <a:r>
              <a:rPr lang="en-GB" sz="2100" dirty="0"/>
              <a:t>	3. Roles of a Database Administrator 	(DBA)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8C73972E-E82D-5A0A-77EA-D12BD905A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5400"/>
              <a:t>What is a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100" b="1" dirty="0"/>
              <a:t>Definition</a:t>
            </a:r>
            <a:r>
              <a:rPr lang="en-GB" sz="2100" dirty="0"/>
              <a:t>:</a:t>
            </a:r>
          </a:p>
          <a:p>
            <a:pPr marL="0" indent="0">
              <a:buNone/>
            </a:pPr>
            <a:r>
              <a:rPr lang="en-GB" sz="2100" dirty="0"/>
              <a:t>A database is an organized collection of data stored electronically. It enables efficient storage, retrieval, and manipulation.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GB" sz="4000"/>
              <a:t>Key Features of a Database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GB" sz="2100"/>
              <a:t>Structured data storage</a:t>
            </a:r>
          </a:p>
          <a:p>
            <a:r>
              <a:rPr lang="en-GB" sz="2100"/>
              <a:t>Efficient querying and retrieval</a:t>
            </a:r>
          </a:p>
          <a:p>
            <a:r>
              <a:rPr lang="en-GB" sz="2100"/>
              <a:t>Data integrity and security</a:t>
            </a:r>
          </a:p>
          <a:p>
            <a:r>
              <a:rPr lang="en-GB" sz="2100"/>
              <a:t>Scalability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it-IT" sz="4000"/>
              <a:t>Examples of Databases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r>
              <a:rPr lang="it-IT" sz="2100" dirty="0" err="1"/>
              <a:t>Relational</a:t>
            </a:r>
            <a:r>
              <a:rPr lang="it-IT" sz="2100" dirty="0"/>
              <a:t> Databases (SQL Server, MySQL)</a:t>
            </a:r>
          </a:p>
          <a:p>
            <a:r>
              <a:rPr lang="it-IT" sz="2100" dirty="0" err="1"/>
              <a:t>NoSQL</a:t>
            </a:r>
            <a:r>
              <a:rPr lang="it-IT" sz="2100" dirty="0"/>
              <a:t> Databases (</a:t>
            </a:r>
            <a:r>
              <a:rPr lang="it-IT" sz="2100" dirty="0" err="1"/>
              <a:t>MongoDB</a:t>
            </a:r>
            <a:r>
              <a:rPr lang="it-IT" sz="2100" dirty="0"/>
              <a:t>, Cassandra)</a:t>
            </a:r>
          </a:p>
          <a:p>
            <a:r>
              <a:rPr lang="it-IT" sz="2100" dirty="0"/>
              <a:t>Cloud Databases (AWS RDS, Azure SQL)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it-IT" sz="3850"/>
              <a:t>Database vs.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100" dirty="0"/>
              <a:t>File System:</a:t>
            </a:r>
          </a:p>
          <a:p>
            <a:pPr lvl="1"/>
            <a:r>
              <a:rPr lang="en-GB" sz="2100" dirty="0"/>
              <a:t>Lacks structure and relationships</a:t>
            </a:r>
          </a:p>
          <a:p>
            <a:pPr lvl="1"/>
            <a:r>
              <a:rPr lang="en-GB" sz="2100" dirty="0"/>
              <a:t>Inefficient querying</a:t>
            </a:r>
          </a:p>
          <a:p>
            <a:endParaRPr lang="en-GB" sz="2100" dirty="0"/>
          </a:p>
          <a:p>
            <a:r>
              <a:rPr lang="en-GB" sz="2100" dirty="0"/>
              <a:t>Database:</a:t>
            </a:r>
          </a:p>
          <a:p>
            <a:pPr lvl="1"/>
            <a:r>
              <a:rPr lang="en-GB" sz="2100" dirty="0"/>
              <a:t>Organized data</a:t>
            </a:r>
          </a:p>
          <a:p>
            <a:pPr lvl="1"/>
            <a:r>
              <a:rPr lang="en-GB" sz="2100" dirty="0"/>
              <a:t>Supports relationships and complex queries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Graphic 17" descr="Database">
            <a:extLst>
              <a:ext uri="{FF2B5EF4-FFF2-40B4-BE49-F238E27FC236}">
                <a16:creationId xmlns:a16="http://schemas.microsoft.com/office/drawing/2014/main" id="{B9E79276-2803-C935-3841-9BD545A91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it-IT" sz="3500"/>
              <a:t>Database Example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BB7AE41C-CC5C-24D6-EEAF-E7441D31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6" r="19891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E-Commerce System:</a:t>
            </a:r>
          </a:p>
          <a:p>
            <a:pPr lvl="1"/>
            <a:r>
              <a:rPr lang="en-GB" sz="1700" dirty="0"/>
              <a:t>Customers Table</a:t>
            </a:r>
          </a:p>
          <a:p>
            <a:pPr lvl="1"/>
            <a:r>
              <a:rPr lang="en-GB" sz="1700" dirty="0"/>
              <a:t>Orders Table</a:t>
            </a:r>
          </a:p>
          <a:p>
            <a:pPr lvl="1"/>
            <a:r>
              <a:rPr lang="en-GB" sz="1700" dirty="0"/>
              <a:t>Products Table</a:t>
            </a:r>
          </a:p>
          <a:p>
            <a:endParaRPr lang="en-GB" sz="1700" dirty="0"/>
          </a:p>
          <a:p>
            <a:r>
              <a:rPr lang="en-GB" sz="1700" dirty="0"/>
              <a:t>Relations:</a:t>
            </a:r>
          </a:p>
          <a:p>
            <a:pPr lvl="1"/>
            <a:r>
              <a:rPr lang="en-GB" sz="1700" dirty="0" err="1"/>
              <a:t>CustomerID</a:t>
            </a:r>
            <a:r>
              <a:rPr lang="en-GB" sz="1700" dirty="0"/>
              <a:t> in Orders relates to Customers Table.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Why Use Databases?</a:t>
            </a:r>
            <a:endParaRPr lang="en-PK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0C6AE-50B2-C7FC-6A88-84C808A46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54082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it-IT" sz="7000"/>
              <a:t>Roles of a DBA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44F205-DE15-687A-5093-2EBA34D965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29671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it-IT" sz="3300"/>
              <a:t>Responsibilities of a DBA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79E7A7C-0594-EF1E-FD91-05F4C351E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33623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86" y="467271"/>
            <a:ext cx="3146755" cy="205252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500"/>
              <a:t>Skills Required for a DBA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2223" y="554152"/>
            <a:ext cx="4306642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-I-Y tools and crafts">
            <a:extLst>
              <a:ext uri="{FF2B5EF4-FFF2-40B4-BE49-F238E27FC236}">
                <a16:creationId xmlns:a16="http://schemas.microsoft.com/office/drawing/2014/main" id="{52EA0211-D54E-517D-8E15-BC68FB7BB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" r="49338" b="-2"/>
          <a:stretch/>
        </p:blipFill>
        <p:spPr>
          <a:xfrm>
            <a:off x="379063" y="554151"/>
            <a:ext cx="4306642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2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17" y="703679"/>
            <a:ext cx="128636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064" y="1562696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3286" y="2990818"/>
            <a:ext cx="3146755" cy="2913872"/>
          </a:xfrm>
        </p:spPr>
        <p:txBody>
          <a:bodyPr anchor="t">
            <a:normAutofit/>
          </a:bodyPr>
          <a:lstStyle/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SQL proficiency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Knowledge of </a:t>
            </a:r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RDBMS</a:t>
            </a: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 platforms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Problem-solving and analytical skills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Familiarity with performance tuning tools</a:t>
            </a:r>
          </a:p>
        </p:txBody>
      </p:sp>
      <p:sp>
        <p:nvSpPr>
          <p:cNvPr id="26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0611" y="5775082"/>
            <a:ext cx="84320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5400"/>
              <a:t>What is an RDBMS?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GB" sz="2100" dirty="0"/>
              <a:t>Relational Database Management System:</a:t>
            </a:r>
          </a:p>
          <a:p>
            <a:pPr lvl="1"/>
            <a:r>
              <a:rPr lang="en-GB" sz="2100" dirty="0"/>
              <a:t>A type of DBMS that stores data in tables with relationships defined through primary and foreign keys.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it-IT" sz="4000"/>
              <a:t>Examples of RDBMS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it-IT" sz="2100" dirty="0"/>
              <a:t>MySQL</a:t>
            </a:r>
          </a:p>
          <a:p>
            <a:r>
              <a:rPr lang="it-IT" sz="2100" dirty="0" err="1"/>
              <a:t>PostgreSQL</a:t>
            </a:r>
            <a:endParaRPr lang="it-IT" sz="2100" dirty="0"/>
          </a:p>
          <a:p>
            <a:r>
              <a:rPr lang="it-IT" sz="2100" dirty="0"/>
              <a:t>Microsoft SQL Server</a:t>
            </a:r>
          </a:p>
          <a:p>
            <a:r>
              <a:rPr lang="it-IT" sz="2100" dirty="0"/>
              <a:t>Oracle Database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it-IT" sz="3100"/>
              <a:t>Components of a Database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GB" sz="2100" dirty="0"/>
              <a:t>Tables: Store data</a:t>
            </a:r>
          </a:p>
          <a:p>
            <a:r>
              <a:rPr lang="en-GB" sz="2100" dirty="0"/>
              <a:t>Indexes: Speed up queries</a:t>
            </a:r>
          </a:p>
          <a:p>
            <a:r>
              <a:rPr lang="en-GB" sz="2100" dirty="0"/>
              <a:t>Views: Represent data subsets</a:t>
            </a:r>
          </a:p>
          <a:p>
            <a:r>
              <a:rPr lang="en-GB" sz="2100" dirty="0"/>
              <a:t>Transactions: Ensure data integrity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it-IT" sz="2700"/>
              <a:t>Understanding Tables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GB" sz="2100"/>
              <a:t>Tables are made up of rows (records) and columns (attributes).</a:t>
            </a:r>
          </a:p>
          <a:p>
            <a:r>
              <a:rPr lang="en-GB" sz="2100"/>
              <a:t>Example:</a:t>
            </a:r>
          </a:p>
          <a:p>
            <a:r>
              <a:rPr lang="en-GB" sz="2100"/>
              <a:t>Customers Table:</a:t>
            </a:r>
          </a:p>
          <a:p>
            <a:r>
              <a:rPr lang="en-GB" sz="2100"/>
              <a:t>- CustomerID</a:t>
            </a:r>
          </a:p>
          <a:p>
            <a:r>
              <a:rPr lang="en-GB" sz="2100"/>
              <a:t>- CustomerName</a:t>
            </a:r>
          </a:p>
          <a:p>
            <a:r>
              <a:rPr lang="en-GB" sz="2100"/>
              <a:t>- Email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it-IT" sz="2700"/>
              <a:t>Understanding Relationships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GB" sz="2100" dirty="0"/>
              <a:t>One-to-One</a:t>
            </a:r>
          </a:p>
          <a:p>
            <a:r>
              <a:rPr lang="en-GB" sz="2100" dirty="0"/>
              <a:t>One-to-Many</a:t>
            </a:r>
          </a:p>
          <a:p>
            <a:r>
              <a:rPr lang="en-GB" sz="2100" dirty="0"/>
              <a:t>Many-to-Many</a:t>
            </a:r>
          </a:p>
          <a:p>
            <a:r>
              <a:rPr lang="en-GB" sz="2100" dirty="0"/>
              <a:t>Defined using Primary and Foreign Keys.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it-IT" sz="2700"/>
              <a:t>Normalization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r>
              <a:rPr lang="en-GB" sz="2100"/>
              <a:t>A process to reduce redundancy and improve data integrity by organizing tables.</a:t>
            </a:r>
          </a:p>
          <a:p>
            <a:r>
              <a:rPr lang="en-GB" sz="2100"/>
              <a:t>Forms:</a:t>
            </a:r>
          </a:p>
          <a:p>
            <a:r>
              <a:rPr lang="en-GB" sz="2100"/>
              <a:t>1NF, 2NF, 3NF, BCNF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it-IT" sz="6300"/>
              <a:t>ACID Properties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sz="2100" dirty="0"/>
              <a:t>1. Atomicity</a:t>
            </a:r>
          </a:p>
          <a:p>
            <a:pPr marL="0" indent="0">
              <a:buNone/>
            </a:pPr>
            <a:r>
              <a:rPr lang="en-PK" sz="2100" dirty="0"/>
              <a:t>2</a:t>
            </a:r>
            <a:r>
              <a:rPr sz="2100" dirty="0"/>
              <a:t>. Consistency</a:t>
            </a:r>
          </a:p>
          <a:p>
            <a:pPr marL="0" indent="0">
              <a:buNone/>
            </a:pPr>
            <a:r>
              <a:rPr sz="2100" dirty="0"/>
              <a:t>3. Isolation</a:t>
            </a:r>
          </a:p>
          <a:p>
            <a:pPr marL="0" indent="0">
              <a:buNone/>
            </a:pPr>
            <a:r>
              <a:rPr sz="2100" dirty="0"/>
              <a:t>4. Durability</a:t>
            </a:r>
          </a:p>
          <a:p>
            <a:r>
              <a:rPr sz="2100" dirty="0"/>
              <a:t>Ensure reliable database transactions.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4296-69C3-AD86-E8F6-C1D38BC2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Properties Details</a:t>
            </a:r>
            <a:endParaRPr lang="en-PK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FD04378D-EB3D-496C-9BB6-151BE87983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08" y="1600200"/>
            <a:ext cx="735678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472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3F44E-97C3-96CE-A7C3-1C050079BE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DBMS Benefits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4388AC0-C6C4-B0D6-729E-06BAA3C2A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9231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it-IT" sz="3850"/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100" dirty="0"/>
              <a:t>1. Banking Systems</a:t>
            </a:r>
          </a:p>
          <a:p>
            <a:pPr marL="0" indent="0">
              <a:buNone/>
            </a:pPr>
            <a:r>
              <a:rPr lang="en-GB" sz="2100" dirty="0"/>
              <a:t>2. E-Commerce</a:t>
            </a:r>
          </a:p>
          <a:p>
            <a:pPr marL="0" indent="0">
              <a:buNone/>
            </a:pPr>
            <a:r>
              <a:rPr lang="en-GB" sz="2100" dirty="0"/>
              <a:t>3. Healthcare Records</a:t>
            </a:r>
          </a:p>
          <a:p>
            <a:pPr marL="0" indent="0">
              <a:buNone/>
            </a:pPr>
            <a:r>
              <a:rPr lang="en-GB" sz="2100" dirty="0"/>
              <a:t>4. Education Management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8C7F5A2E-B108-E1F6-349A-666769F89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70F44E7B-DA15-1846-D0EB-F0CB8735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04" r="48815" b="-446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it-IT" sz="3500"/>
              <a:t>Database Querying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GB" sz="1700" dirty="0"/>
              <a:t>SQL (Structured Query Language):</a:t>
            </a:r>
          </a:p>
          <a:p>
            <a:pPr lvl="1"/>
            <a:r>
              <a:rPr lang="en-GB" sz="1700" dirty="0"/>
              <a:t>Standard for interacting with databases</a:t>
            </a:r>
          </a:p>
          <a:p>
            <a:pPr lvl="1"/>
            <a:r>
              <a:rPr lang="en-GB" sz="1700" dirty="0"/>
              <a:t>CRUD operations (Create, Read, Update, Delete)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it-IT" sz="5800"/>
              <a:t>Introduction 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it-IT" sz="2100" dirty="0"/>
              <a:t>SQL </a:t>
            </a:r>
            <a:r>
              <a:rPr lang="it-IT" sz="2100" dirty="0" err="1"/>
              <a:t>Commands</a:t>
            </a:r>
            <a:r>
              <a:rPr lang="it-IT" sz="2100" dirty="0"/>
              <a:t>:</a:t>
            </a:r>
          </a:p>
          <a:p>
            <a:pPr marL="400050" lvl="1" indent="0">
              <a:buNone/>
            </a:pPr>
            <a:r>
              <a:rPr lang="it-IT" sz="2100" dirty="0"/>
              <a:t>1. </a:t>
            </a:r>
            <a:r>
              <a:rPr lang="it-IT" sz="2100" b="1" dirty="0"/>
              <a:t>SELECT</a:t>
            </a:r>
            <a:r>
              <a:rPr lang="it-IT" sz="2100" dirty="0"/>
              <a:t>: </a:t>
            </a:r>
            <a:r>
              <a:rPr lang="it-IT" sz="2100" dirty="0" err="1"/>
              <a:t>Retrieve</a:t>
            </a:r>
            <a:r>
              <a:rPr lang="it-IT" sz="2100" dirty="0"/>
              <a:t> data</a:t>
            </a:r>
          </a:p>
          <a:p>
            <a:pPr marL="400050" lvl="1" indent="0">
              <a:buNone/>
            </a:pPr>
            <a:r>
              <a:rPr lang="it-IT" sz="2100" dirty="0"/>
              <a:t>2. </a:t>
            </a:r>
            <a:r>
              <a:rPr lang="it-IT" sz="2100" b="1" dirty="0"/>
              <a:t>INSERT</a:t>
            </a:r>
            <a:r>
              <a:rPr lang="it-IT" sz="2100" dirty="0"/>
              <a:t>: </a:t>
            </a:r>
            <a:r>
              <a:rPr lang="it-IT" sz="2100" dirty="0" err="1"/>
              <a:t>Add</a:t>
            </a:r>
            <a:r>
              <a:rPr lang="it-IT" sz="2100" dirty="0"/>
              <a:t> data</a:t>
            </a:r>
          </a:p>
          <a:p>
            <a:pPr marL="400050" lvl="1" indent="0">
              <a:buNone/>
            </a:pPr>
            <a:r>
              <a:rPr lang="it-IT" sz="2100" dirty="0"/>
              <a:t>3. </a:t>
            </a:r>
            <a:r>
              <a:rPr lang="it-IT" sz="2100" b="1" dirty="0"/>
              <a:t>UPDATE</a:t>
            </a:r>
            <a:r>
              <a:rPr lang="it-IT" sz="2100" dirty="0"/>
              <a:t>: </a:t>
            </a:r>
            <a:r>
              <a:rPr lang="it-IT" sz="2100" dirty="0" err="1"/>
              <a:t>Modify</a:t>
            </a:r>
            <a:r>
              <a:rPr lang="it-IT" sz="2100" dirty="0"/>
              <a:t> data</a:t>
            </a:r>
          </a:p>
          <a:p>
            <a:pPr marL="400050" lvl="1" indent="0">
              <a:buNone/>
            </a:pPr>
            <a:r>
              <a:rPr lang="it-IT" sz="2100" dirty="0"/>
              <a:t>4. </a:t>
            </a:r>
            <a:r>
              <a:rPr lang="it-IT" sz="2100" b="1" dirty="0"/>
              <a:t>DELETE</a:t>
            </a:r>
            <a:r>
              <a:rPr lang="it-IT" sz="2100" dirty="0"/>
              <a:t>: </a:t>
            </a:r>
            <a:r>
              <a:rPr lang="it-IT" sz="2100" dirty="0" err="1"/>
              <a:t>Remove</a:t>
            </a:r>
            <a:r>
              <a:rPr lang="it-IT" sz="2100" dirty="0"/>
              <a:t>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SQL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* FROM Customers;</a:t>
            </a:r>
            <a:endParaRPr lang="en-US" dirty="0"/>
          </a:p>
          <a:p>
            <a:pPr lvl="1"/>
            <a:r>
              <a:rPr dirty="0"/>
              <a:t>Retrieves all rows from the Customers table.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it-IT" sz="4500"/>
              <a:t>Primary and Foreign Keys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A2B601-2B0F-D1C1-23A2-47456D706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82078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t>Database Security</a:t>
            </a:r>
            <a:endParaRPr lang="en-PK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r>
              <a:rPr lang="en-GB" sz="2100" dirty="0"/>
              <a:t>Role-based access control</a:t>
            </a:r>
          </a:p>
          <a:p>
            <a:r>
              <a:rPr lang="en-GB" sz="2100" dirty="0"/>
              <a:t>Encryption</a:t>
            </a:r>
          </a:p>
          <a:p>
            <a:r>
              <a:rPr lang="en-GB" sz="2100" dirty="0"/>
              <a:t>Regular audits and monitoring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anchor="b">
            <a:normAutofit/>
          </a:bodyPr>
          <a:lstStyle/>
          <a:p>
            <a:r>
              <a:rPr lang="it-IT" sz="2800"/>
              <a:t>Backup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r>
              <a:rPr lang="en-GB" sz="1700" b="1"/>
              <a:t>Why important?</a:t>
            </a:r>
          </a:p>
          <a:p>
            <a:pPr lvl="1"/>
            <a:r>
              <a:rPr lang="en-GB" sz="1700"/>
              <a:t>Prevent data loss</a:t>
            </a:r>
          </a:p>
          <a:p>
            <a:pPr lvl="1"/>
            <a:r>
              <a:rPr lang="en-GB" sz="1700"/>
              <a:t>Ensure business continuity</a:t>
            </a:r>
          </a:p>
          <a:p>
            <a:endParaRPr lang="en-GB" sz="1700"/>
          </a:p>
          <a:p>
            <a:r>
              <a:rPr lang="en-GB" sz="1700" b="1"/>
              <a:t>Techniques</a:t>
            </a:r>
            <a:r>
              <a:rPr lang="en-GB" sz="1700"/>
              <a:t>:</a:t>
            </a:r>
          </a:p>
          <a:p>
            <a:pPr lvl="1"/>
            <a:r>
              <a:rPr lang="en-GB" sz="1700"/>
              <a:t>Full, Incremental, Differential backups.</a:t>
            </a:r>
          </a:p>
        </p:txBody>
      </p:sp>
      <p:pic>
        <p:nvPicPr>
          <p:cNvPr id="5" name="Picture 4" descr="One glowing light up arrow among other down arrows on green pastel colour background">
            <a:extLst>
              <a:ext uri="{FF2B5EF4-FFF2-40B4-BE49-F238E27FC236}">
                <a16:creationId xmlns:a16="http://schemas.microsoft.com/office/drawing/2014/main" id="{44912791-3FEA-8AB9-ACE3-49352E16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371" b="7523"/>
          <a:stretch/>
        </p:blipFill>
        <p:spPr>
          <a:xfrm>
            <a:off x="4572000" y="2582041"/>
            <a:ext cx="3989297" cy="161883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8B1EBF-5851-B0FA-A20C-D969B1A436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it-IT" sz="3500"/>
              <a:t>Future of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1700" dirty="0"/>
              <a:t>Cloud Databases</a:t>
            </a:r>
          </a:p>
          <a:p>
            <a:pPr>
              <a:lnSpc>
                <a:spcPct val="200000"/>
              </a:lnSpc>
            </a:pPr>
            <a:r>
              <a:rPr lang="en-GB" sz="1700" dirty="0"/>
              <a:t>NoSQL for Big Data</a:t>
            </a:r>
          </a:p>
          <a:p>
            <a:pPr>
              <a:lnSpc>
                <a:spcPct val="200000"/>
              </a:lnSpc>
            </a:pPr>
            <a:r>
              <a:rPr lang="en-GB" sz="1700" dirty="0"/>
              <a:t>AI-Driven Database Management</a:t>
            </a:r>
          </a:p>
          <a:p>
            <a:pPr>
              <a:lnSpc>
                <a:spcPct val="200000"/>
              </a:lnSpc>
            </a:pPr>
            <a:r>
              <a:rPr lang="en-GB" sz="1700" dirty="0"/>
              <a:t>Real-time Analytics</a:t>
            </a:r>
          </a:p>
        </p:txBody>
      </p:sp>
      <p:pic>
        <p:nvPicPr>
          <p:cNvPr id="16" name="Picture 15" descr="Cloud shaped hard drive with cables">
            <a:extLst>
              <a:ext uri="{FF2B5EF4-FFF2-40B4-BE49-F238E27FC236}">
                <a16:creationId xmlns:a16="http://schemas.microsoft.com/office/drawing/2014/main" id="{4D0E0CAD-8DE8-4C6F-14A1-96561A6A7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20" r="37171" b="1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holding a globe">
            <a:extLst>
              <a:ext uri="{FF2B5EF4-FFF2-40B4-BE49-F238E27FC236}">
                <a16:creationId xmlns:a16="http://schemas.microsoft.com/office/drawing/2014/main" id="{B8CD8DB6-3C95-BD73-C200-A08554E8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64" r="32232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it-IT" sz="3500"/>
              <a:t>Course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GB" sz="2400" dirty="0"/>
              <a:t>Hands-on practice</a:t>
            </a:r>
          </a:p>
          <a:p>
            <a:r>
              <a:rPr lang="en-GB" sz="2400" dirty="0"/>
              <a:t>Real-world case studies</a:t>
            </a:r>
          </a:p>
          <a:p>
            <a:r>
              <a:rPr lang="en-GB" sz="2400" dirty="0"/>
              <a:t>Group projects and individual assessments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56703B46-A020-9321-6874-8AA54E59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74" r="22852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it-IT" sz="3500"/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7647" y="2743200"/>
            <a:ext cx="4464345" cy="3496878"/>
          </a:xfrm>
        </p:spPr>
        <p:txBody>
          <a:bodyPr anchor="ctr">
            <a:normAutofit/>
          </a:bodyPr>
          <a:lstStyle/>
          <a:p>
            <a:r>
              <a:rPr lang="en-GB" sz="2400" b="1" dirty="0"/>
              <a:t>Databases</a:t>
            </a:r>
            <a:r>
              <a:rPr lang="en-GB" sz="2400" dirty="0"/>
              <a:t> are the backbone of modern applications. </a:t>
            </a:r>
          </a:p>
          <a:p>
            <a:r>
              <a:rPr lang="en-GB" sz="2400" dirty="0"/>
              <a:t>Mastery of </a:t>
            </a:r>
            <a:r>
              <a:rPr lang="en-GB" sz="2400" b="1" dirty="0"/>
              <a:t>DBMS</a:t>
            </a:r>
            <a:r>
              <a:rPr lang="en-GB" sz="2400" dirty="0"/>
              <a:t> concepts and SQL is crucial for IT professionals.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B784578-61BC-30BA-C851-CA830A936A7B}"/>
              </a:ext>
            </a:extLst>
          </p:cNvPr>
          <p:cNvSpPr/>
          <p:nvPr/>
        </p:nvSpPr>
        <p:spPr>
          <a:xfrm>
            <a:off x="884419" y="1454046"/>
            <a:ext cx="7375161" cy="413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6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?(s)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249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633</Words>
  <Application>Microsoft Office PowerPoint</Application>
  <PresentationFormat>On-screen Show (4:3)</PresentationFormat>
  <Paragraphs>155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Office Theme</vt:lpstr>
      <vt:lpstr>PowerPoint Presentation</vt:lpstr>
      <vt:lpstr>Database Management Systems</vt:lpstr>
      <vt:lpstr>Course Overview</vt:lpstr>
      <vt:lpstr>What is a Database?</vt:lpstr>
      <vt:lpstr>Key Features of a Database</vt:lpstr>
      <vt:lpstr>Examples of Databases</vt:lpstr>
      <vt:lpstr>Database vs. File System</vt:lpstr>
      <vt:lpstr>Database Example</vt:lpstr>
      <vt:lpstr>Why Use Databases?</vt:lpstr>
      <vt:lpstr>Roles of a DBA</vt:lpstr>
      <vt:lpstr>Responsibilities of a DBA</vt:lpstr>
      <vt:lpstr>Skills Required for a DBA</vt:lpstr>
      <vt:lpstr>What is an RDBMS?</vt:lpstr>
      <vt:lpstr>Examples of RDBMS</vt:lpstr>
      <vt:lpstr>Components of a Database</vt:lpstr>
      <vt:lpstr>Understanding Tables</vt:lpstr>
      <vt:lpstr>Understanding Relationships</vt:lpstr>
      <vt:lpstr>Normalization</vt:lpstr>
      <vt:lpstr>ACID Properties</vt:lpstr>
      <vt:lpstr>ACID Properties Details</vt:lpstr>
      <vt:lpstr>DBMS Benefits</vt:lpstr>
      <vt:lpstr>Real-World Applications</vt:lpstr>
      <vt:lpstr>Database Querying</vt:lpstr>
      <vt:lpstr>Introduction to SQL</vt:lpstr>
      <vt:lpstr>Basic SQL Example</vt:lpstr>
      <vt:lpstr>Primary and Foreign Keys</vt:lpstr>
      <vt:lpstr>Database Security</vt:lpstr>
      <vt:lpstr>Backup and Recovery</vt:lpstr>
      <vt:lpstr>DBMS Challenges</vt:lpstr>
      <vt:lpstr>Future of Databases</vt:lpstr>
      <vt:lpstr>Course Expectations</vt:lpstr>
      <vt:lpstr>Closing Thoughts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Atta Muhammad</cp:lastModifiedBy>
  <cp:revision>66</cp:revision>
  <dcterms:created xsi:type="dcterms:W3CDTF">2013-01-27T09:14:16Z</dcterms:created>
  <dcterms:modified xsi:type="dcterms:W3CDTF">2024-11-18T04:44:51Z</dcterms:modified>
  <cp:category/>
</cp:coreProperties>
</file>