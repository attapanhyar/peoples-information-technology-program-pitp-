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sldIdLst>
    <p:sldId id="287" r:id="rId2"/>
    <p:sldId id="256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29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3969" autoAdjust="0"/>
  </p:normalViewPr>
  <p:slideViewPr>
    <p:cSldViewPr snapToGrid="0" snapToObjects="1">
      <p:cViewPr varScale="1">
        <p:scale>
          <a:sx n="64" d="100"/>
          <a:sy n="64" d="100"/>
        </p:scale>
        <p:origin x="942" y="7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AC494-0A80-4064-A01B-9A6E4C369D31}" type="datetimeFigureOut">
              <a:rPr lang="en-PK" smtClean="0"/>
              <a:t>30/12/2024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9CAA9-D0B1-4253-95AF-C412DFC374A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61972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A9CAA9-D0B1-4253-95AF-C412DFC374A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16246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59F27-DF0E-4232-B62C-DB27033F866A}" type="datetime1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373C-6796-4986-B8FF-7527357BEF77}" type="datetime1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B79-4D5B-44C0-8AFE-677DAC1BBD28}" type="datetime1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559D-834D-48B1-8EAA-F03DE93BD21C}" type="datetime1">
              <a:rPr lang="en-US" smtClean="0"/>
              <a:t>12/30/2024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6FB0-A115-4295-95B9-E3D4E4B5D7BB}" type="datetime1">
              <a:rPr lang="en-US" smtClean="0"/>
              <a:t>12/30/2024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A5639-8631-4F17-AB79-0A320067A1C4}" type="datetime1">
              <a:rPr lang="en-US" smtClean="0"/>
              <a:t>12/30/2024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AE89B-5AF3-4D70-8B46-3C9D52C877BD}" type="datetime1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BA62-26EF-421E-AC5E-6A22283FDF42}" type="datetime1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2EAB-F417-4892-ADCC-F99592DD1689}" type="datetime1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90D4-6840-4BBF-80E8-CC69AFA30F8F}" type="datetime1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B5E4-E59A-491F-BD64-F0ABF557BE8D}" type="datetime1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B6725EBD-B219-082D-53CA-FB90A507D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9" b="19312"/>
          <a:stretch/>
        </p:blipFill>
        <p:spPr>
          <a:xfrm>
            <a:off x="119921" y="858414"/>
            <a:ext cx="8980197" cy="5142336"/>
          </a:xfrm>
          <a:custGeom>
            <a:avLst/>
            <a:gdLst/>
            <a:ahLst/>
            <a:cxnLst/>
            <a:rect l="l" t="t" r="r" b="b"/>
            <a:pathLst>
              <a:path w="12168757" h="6856448">
                <a:moveTo>
                  <a:pt x="0" y="0"/>
                </a:moveTo>
                <a:lnTo>
                  <a:pt x="11275572" y="0"/>
                </a:lnTo>
                <a:lnTo>
                  <a:pt x="11279725" y="311311"/>
                </a:lnTo>
                <a:cubicBezTo>
                  <a:pt x="11362648" y="3365106"/>
                  <a:pt x="12638651" y="3558944"/>
                  <a:pt x="11981282" y="6618698"/>
                </a:cubicBezTo>
                <a:lnTo>
                  <a:pt x="11926949" y="6856448"/>
                </a:lnTo>
                <a:lnTo>
                  <a:pt x="0" y="6856448"/>
                </a:lnTo>
                <a:close/>
              </a:path>
            </a:pathLst>
          </a:cu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1974-629E-8397-F254-2C04C960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2737" y="5519152"/>
            <a:ext cx="734363" cy="312845"/>
          </a:xfrm>
        </p:spPr>
        <p:txBody>
          <a:bodyPr>
            <a:normAutofit/>
          </a:bodyPr>
          <a:lstStyle/>
          <a:p>
            <a:pPr>
              <a:spcAft>
                <a:spcPts val="45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45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0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3115" y="741391"/>
            <a:ext cx="5028904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2063115" y="2533476"/>
            <a:ext cx="5028904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Week 7, Day 2</a:t>
            </a:r>
          </a:p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MongoDB—Aggregate Functions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 Muhammad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+92-333-1971110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attapanhyar@quest.edu.pk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F042CA-1AB3-5530-1155-8018D6D6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12250" y="2221700"/>
            <a:ext cx="123362" cy="9155399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D5A982-4141-9143-22DC-C0713B39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157616" y="4576333"/>
            <a:ext cx="123362" cy="4446132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Document 12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rgbClr val="2464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A3B73-2A86-040D-AF05-7665A4D9C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Arrays in $group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62D4571-3E63-0576-BE72-C022FE5E14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5949" y="954364"/>
            <a:ext cx="5510653" cy="495024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C0C9E-B77D-D4DF-72EE-F0E76AE23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6356350"/>
            <a:ext cx="447071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849E4-4898-5CE2-D93E-E88D26F18C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312" y="6356350"/>
            <a:ext cx="191759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algn="r" defTabSz="914400">
                <a:spcAft>
                  <a:spcPts val="600"/>
                </a:spcAft>
              </a:pPr>
              <a:t>12/30/2024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43065-317C-8EC7-4680-DAEC42D3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4857" y="6356350"/>
            <a:ext cx="469082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algn="l" defTabSz="914400"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689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87CF3-EAA0-8B58-FF98-94D46B824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074024"/>
            <a:ext cx="7581900" cy="5980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$unwind Stage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395AE0-8789-FAD6-A987-32E65C185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4390253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714899C-E4CE-91BC-1B08-B302BA231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8855" y="1062428"/>
            <a:ext cx="7866495" cy="2261617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4811517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C2783-FA0E-A482-58A0-1D9DC2CCE3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52B3F-6D96-D300-CC5D-A7039154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9E30E-D8BE-3C1C-C886-FA6A4E2FA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12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EFC84-C152-D5A5-B269-094D16B1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$unwind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0DA7922-C4F6-43E2-BD65-71DF077E78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735824"/>
            <a:ext cx="8178799" cy="427300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AF468-BFEE-6DE2-E31B-59D1BF25BF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B85E6-A02C-D542-401D-7065E9685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5E444-88CA-0209-2BC8-5FAD1F1FB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651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Document 12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rgbClr val="275C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F6261B-72A3-DD5D-FB0E-B76E87FFF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$unwind and $group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851F2B7-7780-37C2-3BA8-73C8956A8C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6173" y="640080"/>
            <a:ext cx="4470204" cy="557881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ACAFB-D060-8A7F-8757-585BA3919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6356350"/>
            <a:ext cx="447071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BB67D-8C70-E2AC-DA61-EB61764270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312" y="6356350"/>
            <a:ext cx="191759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algn="r" defTabSz="914400">
                <a:spcAft>
                  <a:spcPts val="600"/>
                </a:spcAft>
              </a:pPr>
              <a:t>12/30/2024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3E9E1-1690-7CCE-29D9-0F4C2110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4857" y="6356350"/>
            <a:ext cx="469082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algn="l" defTabSz="914400"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61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17528A1-422B-0992-EDAE-0E66BC907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1" y="3577456"/>
            <a:ext cx="8182230" cy="16878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Accumulator Operators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7A79B2-18BD-FF8F-8975-09B1CBCC4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431" y="801012"/>
            <a:ext cx="4829691" cy="2323320"/>
          </a:xfrm>
          <a:prstGeom prst="rect">
            <a:avLst/>
          </a:prstGeom>
        </p:spPr>
      </p:pic>
      <p:sp>
        <p:nvSpPr>
          <p:cNvPr id="16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5509052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BDFC8-B10F-3A61-4708-CBE80DD9AB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64EC3-7C3D-2CB4-C33D-668793742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E0DC2-27AE-3AA0-8F31-ADD989E2C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31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B70D1-92EA-9C72-1A78-B034DDF9B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1141712"/>
            <a:ext cx="5942861" cy="11295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Accumulator syntax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D8F6049-FDF6-4E01-3A76-3FA58C82E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8854" y="3718146"/>
            <a:ext cx="7859041" cy="106097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9469B9-6468-5B6A-E832-8D4590388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6672" y="5231580"/>
            <a:ext cx="7844367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86A31-0CBE-3448-B223-538C0811BE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E28EE-0A27-84E4-EBA8-01091597C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1C15-DCEA-56A5-69AF-CA52056D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78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6790C3-8706-2BAE-3945-48C2F18C2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1" y="639193"/>
            <a:ext cx="267885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$sum with $group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4409267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C80B08-72FA-C4DB-DBCE-4B37A85215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0722" y="1274425"/>
            <a:ext cx="5410962" cy="428171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906A3-2261-58F3-877B-051AC7DA0E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DC59E-87EC-0A72-EF64-4EDCF83E9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66099-B420-9703-AA95-CEAF794F8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72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Document 12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rgbClr val="8D7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EF2EF4-A600-C130-45C6-AF4989FD6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Count people of Age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7ECC4F5-F6D7-E55C-3DC8-06CC110CCC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5949" y="1640943"/>
            <a:ext cx="5510653" cy="357709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D7EF9-762E-06DC-3752-6B9207CFA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6356350"/>
            <a:ext cx="447071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88B52-4FD9-9D39-AA80-E9BB1F597B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312" y="6356350"/>
            <a:ext cx="191759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algn="r" defTabSz="914400">
                <a:spcAft>
                  <a:spcPts val="600"/>
                </a:spcAft>
              </a:pPr>
              <a:t>12/30/2024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904F1-292F-027A-4C61-3590F3B9B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4857" y="6356350"/>
            <a:ext cx="469082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algn="l" defTabSz="914400"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774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Document 12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rgbClr val="285D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66D76A-7A01-6C57-53D7-38C44702C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$sum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B860EC4-920E-986A-8570-0597CFE731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5949" y="1622378"/>
            <a:ext cx="5510653" cy="361421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8385F-6DBD-E3C4-3AB4-033280E25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6356350"/>
            <a:ext cx="447071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BB84B-08C3-AB2D-1E44-A56B0852EF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312" y="6356350"/>
            <a:ext cx="191759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algn="r" defTabSz="914400">
                <a:spcAft>
                  <a:spcPts val="600"/>
                </a:spcAft>
              </a:pPr>
              <a:t>12/30/2024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0FC20-0CAD-1641-14D0-80BE023A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4857" y="6356350"/>
            <a:ext cx="469082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algn="l" defTabSz="914400"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84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CD91E30-AE4B-65F9-8746-9396AA7FC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r>
              <a:rPr lang="en-US" sz="6300" dirty="0"/>
              <a:t>Question(s)</a:t>
            </a:r>
            <a:endParaRPr lang="en-PK" sz="6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525ED-032C-74B4-3F10-7F864CAC84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5622" y="6356350"/>
            <a:ext cx="8745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12/30/2024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3268-48D8-2730-2B06-55F14882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66764" y="6356350"/>
            <a:ext cx="9516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008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90709C-0071-4279-89D3-164CB7794B27}">
  <we:reference id="wa200005566" version="3.0.0.2" store="en-GB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2734</TotalTime>
  <Words>105</Words>
  <Application>Microsoft Office PowerPoint</Application>
  <PresentationFormat>On-screen Show (4:3)</PresentationFormat>
  <Paragraphs>47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Database Management Systems</vt:lpstr>
      <vt:lpstr>Arrays in $group</vt:lpstr>
      <vt:lpstr>$unwind Stage</vt:lpstr>
      <vt:lpstr>$unwind</vt:lpstr>
      <vt:lpstr>$unwind and $group</vt:lpstr>
      <vt:lpstr>Accumulator Operators</vt:lpstr>
      <vt:lpstr>Accumulator syntax</vt:lpstr>
      <vt:lpstr>$sum with $group</vt:lpstr>
      <vt:lpstr>Count people of Age</vt:lpstr>
      <vt:lpstr>$sum</vt:lpstr>
      <vt:lpstr>Question(s)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Atta</dc:creator>
  <cp:keywords/>
  <dc:description>generated using python-pptx</dc:description>
  <cp:lastModifiedBy>Atta Muhammad</cp:lastModifiedBy>
  <cp:revision>488</cp:revision>
  <dcterms:created xsi:type="dcterms:W3CDTF">2013-01-27T09:14:16Z</dcterms:created>
  <dcterms:modified xsi:type="dcterms:W3CDTF">2024-12-30T10:44:06Z</dcterms:modified>
  <cp:category/>
</cp:coreProperties>
</file>