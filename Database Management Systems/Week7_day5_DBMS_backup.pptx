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29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02/01/2025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624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1992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7, Day 4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MongoDB—Backup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4174-6AC9-4919-3190-CE4A587A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3029-393D-9325-7C08-D3A84ECF5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Mongodb</a:t>
            </a:r>
            <a:r>
              <a:rPr lang="en-GB" dirty="0"/>
              <a:t> </a:t>
            </a:r>
            <a:r>
              <a:rPr lang="en-GB" dirty="0" err="1"/>
              <a:t>commanline</a:t>
            </a:r>
            <a:r>
              <a:rPr lang="en-GB" dirty="0"/>
              <a:t> tools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4442-0FEC-DBF4-2958-CEFEE4C9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9A934-F750-49A2-BF46-9010587B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BEB8-1927-D93F-9431-B6E16572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1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85616-E2BE-7536-0462-4059525B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Backup command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74CE007-5ED1-C7F7-9686-09981BCA6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3269141"/>
            <a:ext cx="8178799" cy="12063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F198B-4A4F-6FF0-42FB-1EA1BB47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E18D-5CD8-54A2-9BFA-12A8E65D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E033-F948-2998-A003-CE8A4D36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6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A48F9-BE97-B07C-3F2B-0F9ED2AC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Backup All Databases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FCCA04-7F03-2908-844F-D888DC8CF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3166905"/>
            <a:ext cx="8178799" cy="14108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E37F7-D2A3-0318-A4B6-398A733B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6904-60A7-258A-F071-81DC4983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2C4E0-05F4-9D2D-54CB-215EC0C4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9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299C-B6B0-0343-1B23-6D3838A2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Restore Backup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68B18-98D6-AFBB-0791-9BE217033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29" y="2383244"/>
            <a:ext cx="8951742" cy="13328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1440-7F89-69BC-E431-BC96C110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1DBEA-E5DE-01F9-2B07-DEB02D56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F655C-0204-9EB6-30CC-EB87DC7B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7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402B-7CF0-96FF-5779-D57BF2E4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>
                <a:solidFill>
                  <a:srgbClr val="273239"/>
                </a:solidFill>
                <a:latin typeface="Nunito" pitchFamily="2" charset="0"/>
              </a:rPr>
              <a:t>R</a:t>
            </a:r>
            <a:r>
              <a:rPr lang="it-IT" b="1" i="0">
                <a:solidFill>
                  <a:srgbClr val="273239"/>
                </a:solidFill>
                <a:effectLst/>
                <a:latin typeface="Nunito" pitchFamily="2" charset="0"/>
              </a:rPr>
              <a:t>estore Specific Collection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CBC-C3A3-D433-2884-F99C8A386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0CF42-6036-EDDA-A608-B16713A7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B8FAD-4A66-02E5-66EA-A96095EE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FBE88-253C-CAF2-81C9-994C3BE3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9E9C62-38CF-FC93-096F-54AFADCC6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2892"/>
            <a:ext cx="9144000" cy="193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4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1/2/2025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69</Words>
  <Application>Microsoft Office PowerPoint</Application>
  <PresentationFormat>On-screen Show (4:3)</PresentationFormat>
  <Paragraphs>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Nunito</vt:lpstr>
      <vt:lpstr>Office Theme</vt:lpstr>
      <vt:lpstr>PowerPoint Presentation</vt:lpstr>
      <vt:lpstr>Database Management Systems</vt:lpstr>
      <vt:lpstr>Download</vt:lpstr>
      <vt:lpstr>Backup command</vt:lpstr>
      <vt:lpstr>Backup All Databases</vt:lpstr>
      <vt:lpstr>Restore Backup</vt:lpstr>
      <vt:lpstr>Restore Specific Collection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525</cp:revision>
  <dcterms:created xsi:type="dcterms:W3CDTF">2013-01-27T09:14:16Z</dcterms:created>
  <dcterms:modified xsi:type="dcterms:W3CDTF">2025-01-02T04:51:26Z</dcterms:modified>
  <cp:category/>
</cp:coreProperties>
</file>