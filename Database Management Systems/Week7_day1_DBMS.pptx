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29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3969" autoAdjust="0"/>
  </p:normalViewPr>
  <p:slideViewPr>
    <p:cSldViewPr snapToGrid="0" snapToObjects="1">
      <p:cViewPr varScale="1">
        <p:scale>
          <a:sx n="64" d="100"/>
          <a:sy n="64" d="100"/>
        </p:scale>
        <p:origin x="1992" y="7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30/12/2024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A9CAA9-D0B1-4253-95AF-C412DFC374A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16246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1992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7, Day 1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MongoDB—Aggregate Functions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2755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775F2-8FEE-F75A-41BA-86F806F30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Nested Group BY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5E4032-40B4-8263-2E13-2F26ACC7E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949" y="1436003"/>
            <a:ext cx="5510653" cy="398696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BFC35-A97A-1AF4-8587-F17855FD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F68E9-24FE-5ABF-A0B8-534742EE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312" y="6356350"/>
            <a:ext cx="191759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algn="r"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05C96-71D4-060A-B1D5-F8E8FF4E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algn="l" defTabSz="914400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3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3A84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70D14-860C-ED7E-0CC6-2BDE0BF6D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$count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DDD461-65C0-624B-671E-72A707FDF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49" y="1685044"/>
            <a:ext cx="5510653" cy="348888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60E13-C5EE-719E-E086-EC28AB1B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57C67-CA71-9ADD-F2AC-F94A88CFCB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312" y="6356350"/>
            <a:ext cx="191759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algn="r"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CE1C5-BF18-9CEF-1C84-6E7AABA1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algn="l"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74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EDA9E-1E3C-8B74-BB7F-5FC70FC8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$project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3165AB-DD81-3B43-85A4-8773D0465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2441037"/>
            <a:ext cx="8178799" cy="28625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BAA77-394E-4D6D-05C4-4BC49C7B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D047F-8A59-BCFF-11B5-02498187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595D3-16D4-16DF-3F5E-21549519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defTabSz="914400"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5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236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B2101-F0B1-EED9-6523-652E13E7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$project 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ED120B0-0FAA-54EB-9E46-B0B668FDC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5949" y="1265975"/>
            <a:ext cx="5510653" cy="432702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E6B1B-0BC5-5964-3FF4-1C7532018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F5B1C-08B3-5F0A-B62C-457F4EAB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312" y="6356350"/>
            <a:ext cx="191759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algn="r"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A2279-41B3-1CB1-6E1A-97B9CB19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algn="l"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34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F777B-51C6-A191-11B2-98490D002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lowchart: Document 17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1D6E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6CF5B-08FC-C8D6-CDBE-15191B205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$project 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692912-FD2B-5271-9C16-ABFB909A6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49" y="1728212"/>
            <a:ext cx="5510653" cy="340255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E35EA-CE0D-45EC-55B7-80E5A563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00A2-733E-F31D-F254-2864FA7C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312" y="6356350"/>
            <a:ext cx="191759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algn="r"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06654-F90C-B75B-9CF5-52D6D144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algn="l" defTabSz="914400"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15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rgbClr val="166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9E10CE-E8AA-04F6-E6BA-D5D6EABF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$project Examples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6E60F8-9850-5F3A-8476-B573A0696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49" y="1535201"/>
            <a:ext cx="5510653" cy="378857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B1D48-D4E9-FF6E-0550-1E6D08B2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356350"/>
            <a:ext cx="447071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11838-353A-10D5-9775-D09B926BA9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312" y="6356350"/>
            <a:ext cx="191759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9CF85CA7-A304-4E2C-BEBA-D86A957ACC28}" type="datetime1">
              <a:rPr lang="en-US" smtClean="0"/>
              <a:pPr algn="r" defTabSz="914400">
                <a:spcAft>
                  <a:spcPts val="600"/>
                </a:spcAft>
              </a:pPr>
              <a:t>12/30/2024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F39D2-228A-A3B2-CFAC-8507275B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4857" y="6356350"/>
            <a:ext cx="469082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fld id="{C1FF6DA9-008F-8B48-92A6-B652298478BF}" type="slidenum">
              <a:rPr lang="en-US" smtClean="0"/>
              <a:pPr algn="l" defTabSz="91440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97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BF55-46C7-3D1F-0878-30B6474BB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5576887"/>
            <a:ext cx="818388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rgbClr val="FFFF00"/>
                </a:solidFill>
              </a:rPr>
              <a:t>$limit</a:t>
            </a:r>
          </a:p>
        </p:txBody>
      </p:sp>
      <p:pic>
        <p:nvPicPr>
          <p:cNvPr id="8" name="Content Placeholder 7" descr="A screen shot of a computer&#10;&#10;Description automatically generated">
            <a:extLst>
              <a:ext uri="{FF2B5EF4-FFF2-40B4-BE49-F238E27FC236}">
                <a16:creationId xmlns:a16="http://schemas.microsoft.com/office/drawing/2014/main" id="{F05752D9-8CDA-9FBE-065C-6D818BB12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4235" b="2"/>
          <a:stretch/>
        </p:blipFill>
        <p:spPr>
          <a:xfrm>
            <a:off x="480060" y="640080"/>
            <a:ext cx="818388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AB031-3436-0AB1-77CF-8302F59E9C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12/30/2024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B100A-2266-EA47-9875-D5779666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58C66-9CC0-ED06-2BEF-A8691C77E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22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CC94E-59E0-F82A-E254-4EEB84E39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5576887"/>
            <a:ext cx="818388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/>
              <a:t>$limit Examples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B3FE75-6579-B0B9-C632-48B8E4DBF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613" r="20477" b="1"/>
          <a:stretch/>
        </p:blipFill>
        <p:spPr>
          <a:xfrm>
            <a:off x="480060" y="640080"/>
            <a:ext cx="818388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8D67D-E696-D117-FA5F-2E460004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12/30/2024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96254-4AEA-B901-A200-272F880C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47302-E9EF-5DEA-3B38-120DAF3F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369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 dirty="0"/>
              <a:t>Question(s)</a:t>
            </a:r>
            <a:endParaRPr lang="en-PK" sz="6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12/30/2024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2560</TotalTime>
  <Words>92</Words>
  <Application>Microsoft Office PowerPoint</Application>
  <PresentationFormat>On-screen Show (4:3)</PresentationFormat>
  <Paragraphs>43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Database Management Systems</vt:lpstr>
      <vt:lpstr>Nested Group BY</vt:lpstr>
      <vt:lpstr>$count</vt:lpstr>
      <vt:lpstr>$project</vt:lpstr>
      <vt:lpstr>$project Example</vt:lpstr>
      <vt:lpstr>$project Example</vt:lpstr>
      <vt:lpstr>$project Examples</vt:lpstr>
      <vt:lpstr>$limit</vt:lpstr>
      <vt:lpstr>$limit Examples</vt:lpstr>
      <vt:lpstr>Question(s)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Atta</dc:creator>
  <cp:keywords/>
  <dc:description>generated using python-pptx</dc:description>
  <cp:lastModifiedBy>Atta Muhammad</cp:lastModifiedBy>
  <cp:revision>475</cp:revision>
  <dcterms:created xsi:type="dcterms:W3CDTF">2013-01-27T09:14:16Z</dcterms:created>
  <dcterms:modified xsi:type="dcterms:W3CDTF">2024-12-30T07:49:14Z</dcterms:modified>
  <cp:category/>
</cp:coreProperties>
</file>