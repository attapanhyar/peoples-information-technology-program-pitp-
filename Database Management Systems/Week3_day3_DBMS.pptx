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87" r:id="rId2"/>
    <p:sldId id="256" r:id="rId3"/>
    <p:sldId id="300" r:id="rId4"/>
    <p:sldId id="301" r:id="rId5"/>
    <p:sldId id="302" r:id="rId6"/>
    <p:sldId id="303" r:id="rId7"/>
    <p:sldId id="304" r:id="rId8"/>
    <p:sldId id="305" r:id="rId9"/>
    <p:sldId id="307" r:id="rId10"/>
    <p:sldId id="306" r:id="rId11"/>
    <p:sldId id="29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5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AC494-0A80-4064-A01B-9A6E4C369D31}" type="datetimeFigureOut">
              <a:rPr lang="en-PK" smtClean="0"/>
              <a:t>04/12/2024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9CAA9-D0B1-4253-95AF-C412DFC374A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197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59F27-DF0E-4232-B62C-DB27033F866A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373C-6796-4986-B8FF-7527357BEF77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B79-4D5B-44C0-8AFE-677DAC1BBD28}" type="datetime1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559D-834D-48B1-8EAA-F03DE93BD21C}" type="datetime1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6FB0-A115-4295-95B9-E3D4E4B5D7BB}" type="datetime1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5639-8631-4F17-AB79-0A320067A1C4}" type="datetime1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AE89B-5AF3-4D70-8B46-3C9D52C877BD}" type="datetime1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BA62-26EF-421E-AC5E-6A22283FDF42}" type="datetime1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2EAB-F417-4892-ADCC-F99592DD1689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90D4-6840-4BBF-80E8-CC69AFA30F8F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B5E4-E59A-491F-BD64-F0ABF557BE8D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" y="858414"/>
            <a:ext cx="8980197" cy="5142336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2737" y="5519152"/>
            <a:ext cx="734363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45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115" y="741391"/>
            <a:ext cx="502890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063115" y="2533476"/>
            <a:ext cx="502890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Week 3, Day 3</a:t>
            </a: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MySQL—SQL Views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 Muhammad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+92-333-1971110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attapanhyar@quest.edu.pk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3CC73-5DBF-C282-38BC-E54339428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Are </a:t>
            </a:r>
            <a:r>
              <a:rPr lang="it-IT" dirty="0" err="1">
                <a:solidFill>
                  <a:srgbClr val="FF0000"/>
                </a:solidFill>
              </a:rPr>
              <a:t>Views</a:t>
            </a:r>
            <a:r>
              <a:rPr lang="it-IT" dirty="0"/>
              <a:t>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69FAB-900D-82D2-1A09-EB4B394E9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dirty="0">
                <a:solidFill>
                  <a:srgbClr val="FF0000"/>
                </a:solidFill>
              </a:rPr>
              <a:t>view</a:t>
            </a:r>
            <a:r>
              <a:rPr lang="en-GB" dirty="0"/>
              <a:t> is a virtual table based on a result set of a </a:t>
            </a:r>
            <a:r>
              <a:rPr lang="en-GB" dirty="0">
                <a:solidFill>
                  <a:srgbClr val="FF0000"/>
                </a:solidFill>
              </a:rPr>
              <a:t>query</a:t>
            </a:r>
            <a:r>
              <a:rPr lang="en-GB" dirty="0"/>
              <a:t>.</a:t>
            </a:r>
          </a:p>
          <a:p>
            <a:r>
              <a:rPr lang="en-GB" dirty="0"/>
              <a:t>Provides a simplified way to access complex </a:t>
            </a:r>
            <a:r>
              <a:rPr lang="en-GB" dirty="0">
                <a:solidFill>
                  <a:srgbClr val="FF0000"/>
                </a:solidFill>
              </a:rPr>
              <a:t>queries</a:t>
            </a:r>
            <a:r>
              <a:rPr lang="en-GB" dirty="0"/>
              <a:t>.</a:t>
            </a:r>
          </a:p>
          <a:p>
            <a:r>
              <a:rPr lang="en-GB" dirty="0"/>
              <a:t>Does not store data physically; it references the original data.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E4FBE-DD52-F399-FD2C-BA2773587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AA6C9-3026-6719-9AE5-F77F0A388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7AD83-3944-1D6D-3DAC-BBE6D0C2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418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DDB0-50D4-E333-8FBE-DEE892D28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Why</a:t>
            </a:r>
            <a:r>
              <a:rPr lang="it-IT" dirty="0"/>
              <a:t> Use </a:t>
            </a:r>
            <a:r>
              <a:rPr lang="it-IT" dirty="0" err="1">
                <a:solidFill>
                  <a:srgbClr val="FF0000"/>
                </a:solidFill>
              </a:rPr>
              <a:t>Views</a:t>
            </a:r>
            <a:r>
              <a:rPr lang="it-IT" dirty="0"/>
              <a:t>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C2804-4B76-62EE-D330-651CD0631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Simplify Complex Queries</a:t>
            </a:r>
            <a:r>
              <a:rPr lang="en-GB" dirty="0"/>
              <a:t>: Encapsulate complex logic in a </a:t>
            </a:r>
            <a:r>
              <a:rPr lang="en-GB" dirty="0">
                <a:solidFill>
                  <a:srgbClr val="FF0000"/>
                </a:solidFill>
              </a:rPr>
              <a:t>view</a:t>
            </a:r>
            <a:r>
              <a:rPr lang="en-GB" dirty="0"/>
              <a:t>.</a:t>
            </a:r>
          </a:p>
          <a:p>
            <a:r>
              <a:rPr lang="en-GB" b="1" dirty="0"/>
              <a:t>Enhance Security</a:t>
            </a:r>
            <a:r>
              <a:rPr lang="en-GB" dirty="0"/>
              <a:t>: Restrict access to specific columns or rows.</a:t>
            </a:r>
          </a:p>
          <a:p>
            <a:r>
              <a:rPr lang="en-GB" b="1" dirty="0"/>
              <a:t>Maintain Consistency</a:t>
            </a:r>
            <a:r>
              <a:rPr lang="en-GB" dirty="0"/>
              <a:t>: Avoid duplication of query logic.</a:t>
            </a:r>
          </a:p>
          <a:p>
            <a:r>
              <a:rPr lang="en-GB" b="1" dirty="0"/>
              <a:t>Facilitate Reusability</a:t>
            </a:r>
            <a:r>
              <a:rPr lang="en-GB" dirty="0"/>
              <a:t>: Use the same view in multiple applications.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692EA-8D84-5108-7697-6C72344BB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27C69-94D5-7DCE-983D-781A34313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0E9B8-B17D-B099-28F7-F368A464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26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1E023-EDDD-EBC4-44EE-B87CE7FF6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Creating</a:t>
            </a:r>
            <a:r>
              <a:rPr lang="it-IT" dirty="0"/>
              <a:t> a </a:t>
            </a:r>
            <a:r>
              <a:rPr lang="it-IT" dirty="0" err="1">
                <a:solidFill>
                  <a:srgbClr val="FF0000"/>
                </a:solidFill>
              </a:rPr>
              <a:t>View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85F1E-9D9F-4292-A04E-AAE2F6561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Syntax for Creating a View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C2FD9-29EB-2B5F-A34A-DC1A285C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67F7E-AAC0-8142-DC7D-06AA86CE8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949FF-C8CF-3C1B-2668-8BF7117F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C37C34-A9CD-0130-7627-E42607927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997" y="3301127"/>
            <a:ext cx="4344006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30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807B7-B8E0-0BBC-A65A-B53BFB02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Querying</a:t>
            </a:r>
            <a:r>
              <a:rPr lang="it-IT" dirty="0"/>
              <a:t> a </a:t>
            </a:r>
            <a:r>
              <a:rPr lang="it-IT" dirty="0" err="1">
                <a:solidFill>
                  <a:srgbClr val="FF0000"/>
                </a:solidFill>
              </a:rPr>
              <a:t>View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AC60D-3DB6-B196-7286-F51BA5419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Querying Data From a </a:t>
            </a:r>
            <a:r>
              <a:rPr lang="en-GB" dirty="0">
                <a:solidFill>
                  <a:srgbClr val="FF0000"/>
                </a:solidFill>
              </a:rPr>
              <a:t>View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045CD-2BB3-68E2-029C-FA174C3E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51A9A-0D5D-641F-A42A-D5DEF4663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E8D59-FB13-D088-AB4B-04BCA6BFF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7CAA3B-544B-E136-2E8B-A2EC02C8E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485597"/>
            <a:ext cx="3715268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79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DD6B-6A4B-1B91-2226-33CFBC05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>
                <a:solidFill>
                  <a:srgbClr val="FF0000"/>
                </a:solidFill>
              </a:rPr>
              <a:t>view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E5F7A-F698-819D-DAE9-0332565CA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/>
              <a:t>Create a </a:t>
            </a:r>
            <a:r>
              <a:rPr lang="en-US" dirty="0">
                <a:solidFill>
                  <a:srgbClr val="FF0000"/>
                </a:solidFill>
              </a:rPr>
              <a:t>view</a:t>
            </a:r>
            <a:r>
              <a:rPr lang="en-US" dirty="0"/>
              <a:t> that filters all the employee starting with letter ‘A’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A8ABF-DB28-CC6C-ED23-84774B4A9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590C5-EAB6-5959-26F2-D9D2E7863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5C572-8494-3F23-2CB8-AADD0A60A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41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29685-D50D-4FF8-1AEE-CD49EBC2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solidFill>
                  <a:srgbClr val="FF0000"/>
                </a:solidFill>
              </a:rPr>
              <a:t>Modifying</a:t>
            </a:r>
            <a:r>
              <a:rPr lang="it-IT" dirty="0"/>
              <a:t> a </a:t>
            </a:r>
            <a:r>
              <a:rPr lang="it-IT" dirty="0" err="1"/>
              <a:t>View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4685F-644A-EA95-DC1A-F843B64CC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5670B-8238-4044-AE6E-CEEE1BED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B2178-D246-B780-2F43-237CD2F87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E1518-F22F-62F0-485E-21C23D10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F80C01-334B-62E6-2E2C-27F419FF9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991" y="2170665"/>
            <a:ext cx="5325218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4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21947-00D9-F0C2-6BD1-DB3143A73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would be output?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4533294-B594-2755-E8CA-0122FC412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9338" y="3205865"/>
            <a:ext cx="5725324" cy="131463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18584-A45C-7243-FCAE-08A4A4B08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14B42-5935-B837-D922-B9D3F2058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3FE6A-8526-FF4E-2AB4-E8932778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51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5F4B-C21B-550A-2CF3-76315505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Dropping</a:t>
            </a:r>
            <a:r>
              <a:rPr lang="it-IT" dirty="0"/>
              <a:t> a </a:t>
            </a:r>
            <a:r>
              <a:rPr lang="it-IT" dirty="0" err="1">
                <a:solidFill>
                  <a:srgbClr val="FF0000"/>
                </a:solidFill>
              </a:rPr>
              <a:t>View</a:t>
            </a:r>
            <a:endParaRPr lang="en-PK" dirty="0">
              <a:solidFill>
                <a:srgbClr val="FF0000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940079-7B61-D6B4-B508-8A5267CAF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5472" y="3710760"/>
            <a:ext cx="2553056" cy="30484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47268-CB0C-486B-39ED-41A7A38E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15799-8099-F5A0-9AC2-09ED32B3F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98366-5F72-C627-3436-BB9A018A4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62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CD91E30-AE4B-65F9-8746-9396AA7FC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6300" dirty="0"/>
              <a:t>Question(s)</a:t>
            </a:r>
            <a:endParaRPr lang="en-PK" sz="6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525ED-032C-74B4-3F10-7F864CAC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622" y="6356350"/>
            <a:ext cx="8745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12/4/2024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3268-48D8-2730-2B06-55F14882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6764" y="6356350"/>
            <a:ext cx="9516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00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90709C-0071-4279-89D3-164CB7794B27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1987</TotalTime>
  <Words>200</Words>
  <Application>Microsoft Office PowerPoint</Application>
  <PresentationFormat>On-screen Show (4:3)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Database Management Systems</vt:lpstr>
      <vt:lpstr>What Are Views?</vt:lpstr>
      <vt:lpstr>Why Use Views?</vt:lpstr>
      <vt:lpstr>Creating a View</vt:lpstr>
      <vt:lpstr>Querying a View</vt:lpstr>
      <vt:lpstr>Create a view</vt:lpstr>
      <vt:lpstr>Modifying a View</vt:lpstr>
      <vt:lpstr>What would be output?</vt:lpstr>
      <vt:lpstr>Dropping a View</vt:lpstr>
      <vt:lpstr>Question(s)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Atta</dc:creator>
  <cp:keywords/>
  <dc:description>generated using python-pptx</dc:description>
  <cp:lastModifiedBy>Atta Muhammad</cp:lastModifiedBy>
  <cp:revision>376</cp:revision>
  <dcterms:created xsi:type="dcterms:W3CDTF">2013-01-27T09:14:16Z</dcterms:created>
  <dcterms:modified xsi:type="dcterms:W3CDTF">2024-12-04T08:33:25Z</dcterms:modified>
  <cp:category/>
</cp:coreProperties>
</file>