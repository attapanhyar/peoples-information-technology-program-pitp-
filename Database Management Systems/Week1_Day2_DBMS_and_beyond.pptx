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87" r:id="rId2"/>
    <p:sldId id="256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AC494-0A80-4064-A01B-9A6E4C369D31}" type="datetimeFigureOut">
              <a:rPr lang="en-PK" smtClean="0"/>
              <a:t>19/11/2024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9CAA9-D0B1-4253-95AF-C412DFC374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197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9F27-DF0E-4232-B62C-DB27033F866A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373C-6796-4986-B8FF-7527357BEF77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B79-4D5B-44C0-8AFE-677DAC1BBD28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559D-834D-48B1-8EAA-F03DE93BD21C}" type="datetime1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6FB0-A115-4295-95B9-E3D4E4B5D7BB}" type="datetime1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5639-8631-4F17-AB79-0A320067A1C4}" type="datetime1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E89B-5AF3-4D70-8B46-3C9D52C877BD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BA62-26EF-421E-AC5E-6A22283FDF42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2EAB-F417-4892-ADCC-F99592DD1689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90D4-6840-4BBF-80E8-CC69AFA30F8F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B5E4-E59A-491F-BD64-F0ABF557BE8D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858414"/>
            <a:ext cx="8980197" cy="5142336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0FB4F-D193-F2D2-C316-683F1D0B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2691" y="5519152"/>
            <a:ext cx="2627646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7355C508-C1B1-4DB7-8AFC-F1D30D2FFB6D}" type="datetime1">
              <a:rPr lang="en-US" smtClean="0">
                <a:solidFill>
                  <a:srgbClr val="FFFFFF"/>
                </a:solidFill>
              </a:rPr>
              <a:t>11/19/2024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235C8-5A81-0035-FC42-AD669000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6018" y="5519152"/>
            <a:ext cx="3086100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r>
              <a:rPr lang="en-GB">
                <a:solidFill>
                  <a:srgbClr val="FFFFFF"/>
                </a:solidFill>
              </a:rPr>
              <a:t>Atta Muhamamd Panhyar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737" y="5519152"/>
            <a:ext cx="734363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741391"/>
            <a:ext cx="502890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063115" y="2533476"/>
            <a:ext cx="502890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Week 1, Day 1</a:t>
            </a:r>
          </a:p>
          <a:p>
            <a:pPr defTabSz="914400">
              <a:lnSpc>
                <a:spcPct val="90000"/>
              </a:lnSpc>
            </a:pPr>
            <a:r>
              <a:rPr lang="en-GB" sz="2400" dirty="0">
                <a:solidFill>
                  <a:schemeClr val="tx1"/>
                </a:solidFill>
              </a:rPr>
              <a:t>Types of Databases and DBMS Software Overview</a:t>
            </a:r>
            <a:endParaRPr lang="en-US" sz="24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 Muhammad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+92-333-1971110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attapanhyar@quest.edu.pk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E68A62-9483-9DFC-CB29-188084B1A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8" y="3505199"/>
            <a:ext cx="3606801" cy="2608143"/>
          </a:xfrm>
        </p:spPr>
        <p:txBody>
          <a:bodyPr anchor="t">
            <a:normAutofit/>
          </a:bodyPr>
          <a:lstStyle/>
          <a:p>
            <a:r>
              <a:rPr lang="it-IT" sz="3500"/>
              <a:t>Types of Databases - Overview</a:t>
            </a:r>
            <a:endParaRPr lang="en-PK" sz="3500"/>
          </a:p>
        </p:txBody>
      </p:sp>
      <p:pic>
        <p:nvPicPr>
          <p:cNvPr id="15" name="Graphic 14" descr="Database">
            <a:extLst>
              <a:ext uri="{FF2B5EF4-FFF2-40B4-BE49-F238E27FC236}">
                <a16:creationId xmlns:a16="http://schemas.microsoft.com/office/drawing/2014/main" id="{D3D490C7-6474-49FB-1EC9-2C8C4D2CF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3099" y="2633663"/>
            <a:ext cx="685800" cy="6858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7D7FE-A562-297F-6BC8-996F8F3EF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325" y="643467"/>
            <a:ext cx="4251324" cy="5401733"/>
          </a:xfrm>
        </p:spPr>
        <p:txBody>
          <a:bodyPr anchor="ctr">
            <a:normAutofit/>
          </a:bodyPr>
          <a:lstStyle/>
          <a:p>
            <a:r>
              <a:rPr lang="it-IT" sz="1600" b="1"/>
              <a:t>Relational Databases (RDBMS):</a:t>
            </a:r>
          </a:p>
          <a:p>
            <a:pPr lvl="1"/>
            <a:r>
              <a:rPr lang="it-IT" sz="1600"/>
              <a:t>Structured data stored in tables.</a:t>
            </a:r>
          </a:p>
          <a:p>
            <a:pPr lvl="1"/>
            <a:r>
              <a:rPr lang="it-IT" sz="1600"/>
              <a:t>Use SQL for data manipulation.</a:t>
            </a:r>
          </a:p>
          <a:p>
            <a:pPr lvl="1"/>
            <a:r>
              <a:rPr lang="it-IT" sz="1600"/>
              <a:t>Examples: MySQL, PostgreSQL, SQL Server, Oracle.</a:t>
            </a:r>
          </a:p>
          <a:p>
            <a:r>
              <a:rPr lang="it-IT" sz="1600" b="1"/>
              <a:t>NoSQL Databases</a:t>
            </a:r>
            <a:r>
              <a:rPr lang="it-IT" sz="1600"/>
              <a:t>:</a:t>
            </a:r>
          </a:p>
          <a:p>
            <a:pPr lvl="1"/>
            <a:r>
              <a:rPr lang="it-IT" sz="1600"/>
              <a:t>Designed for unstructured or semi-structured data.</a:t>
            </a:r>
          </a:p>
          <a:p>
            <a:pPr lvl="1"/>
            <a:r>
              <a:rPr lang="it-IT" sz="1600" b="1"/>
              <a:t>Types</a:t>
            </a:r>
            <a:r>
              <a:rPr lang="it-IT" sz="1600"/>
              <a:t>: Document-based, Key-Value, Columnar, Graph databases.</a:t>
            </a:r>
          </a:p>
          <a:p>
            <a:pPr lvl="1"/>
            <a:r>
              <a:rPr lang="it-IT" sz="1600" b="1"/>
              <a:t>Examples</a:t>
            </a:r>
            <a:r>
              <a:rPr lang="it-IT" sz="1600"/>
              <a:t>: MongoDB, Cassandra, Redis.</a:t>
            </a:r>
          </a:p>
          <a:p>
            <a:r>
              <a:rPr lang="it-IT" sz="1600" b="1"/>
              <a:t>Object-Oriented Databases</a:t>
            </a:r>
            <a:r>
              <a:rPr lang="it-IT" sz="1600"/>
              <a:t>:</a:t>
            </a:r>
          </a:p>
          <a:p>
            <a:pPr lvl="1"/>
            <a:r>
              <a:rPr lang="it-IT" sz="1600"/>
              <a:t>Data represented as objects (similar to OOP).</a:t>
            </a:r>
          </a:p>
          <a:p>
            <a:pPr lvl="1"/>
            <a:r>
              <a:rPr lang="it-IT" sz="1600"/>
              <a:t>Supports Compex data relationships.</a:t>
            </a:r>
          </a:p>
          <a:p>
            <a:pPr lvl="1"/>
            <a:r>
              <a:rPr lang="it-IT" sz="1600" b="1"/>
              <a:t>Examples</a:t>
            </a:r>
            <a:r>
              <a:rPr lang="it-IT" sz="1600"/>
              <a:t>: db4o, ObjectDB.</a:t>
            </a:r>
            <a:endParaRPr lang="en-PK" sz="16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60AF3-3A5B-9F4D-6181-CA4D6F12A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0DDFE-94E4-4009-8E7F-36580615D905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AA1F1-7BC8-A5DB-3F03-151FBEA2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62BAA-4151-6CC9-DAA4-500251D9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67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640FD-350F-7E12-4BAE-5274A2D4E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3500" dirty="0" err="1">
                <a:solidFill>
                  <a:srgbClr val="FFFFFF"/>
                </a:solidFill>
              </a:rPr>
              <a:t>Relational</a:t>
            </a:r>
            <a:r>
              <a:rPr lang="it-IT" sz="3500" dirty="0">
                <a:solidFill>
                  <a:srgbClr val="FFFFFF"/>
                </a:solidFill>
              </a:rPr>
              <a:t> Databases (RDBMS)</a:t>
            </a:r>
            <a:endParaRPr lang="en-PK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2904C-8020-45EC-83EE-84FBB05E4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GB" sz="2000" dirty="0"/>
              <a:t>Key Features:</a:t>
            </a:r>
          </a:p>
          <a:p>
            <a:pPr lvl="1"/>
            <a:r>
              <a:rPr lang="en-GB" sz="2000" dirty="0"/>
              <a:t>Tables with rows (records) and columns (fields).</a:t>
            </a:r>
          </a:p>
          <a:p>
            <a:pPr lvl="1"/>
            <a:r>
              <a:rPr lang="en-GB" sz="2000" dirty="0"/>
              <a:t>Primary and foreign keys to maintain relationships.</a:t>
            </a:r>
          </a:p>
          <a:p>
            <a:pPr lvl="1"/>
            <a:r>
              <a:rPr lang="en-GB" sz="2000" dirty="0"/>
              <a:t>Supports ACID properties.</a:t>
            </a:r>
            <a:endParaRPr lang="en-PK" sz="17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2B012-448F-EDB9-9589-146D0758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2125B-26DA-4A2B-AD75-4C84F93CBE9C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D9D9A-139B-1A6F-A5F2-C4BADDA8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FEC43-B049-7370-8D08-350BC7C8C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90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8452002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3B378-7C32-DEA0-C998-56659A900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509587"/>
            <a:ext cx="5736930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Relational Databases (RDBMS)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109928-CC64-9C47-30E6-23FAD03F2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79" y="2458550"/>
            <a:ext cx="8076135" cy="3356315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0316" y="6277971"/>
            <a:ext cx="5163684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D34601-856E-4658-BE00-2B7203C40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0E97-ACB1-471E-89EE-46CF054DDEE8}" type="datetime1">
              <a:rPr lang="en-US" smtClean="0"/>
              <a:t>11/19/2024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116F07-B1ED-BEBD-DF69-D2EBE1709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A10947-F7E4-39C8-F6BC-DCAD7FBE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96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D28289-069A-481B-A6C7-F376C4D1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it-IT" sz="4100" dirty="0" err="1">
                <a:solidFill>
                  <a:srgbClr val="FFFFFF"/>
                </a:solidFill>
              </a:rPr>
              <a:t>NoSQL</a:t>
            </a:r>
            <a:r>
              <a:rPr lang="it-IT" sz="4100" dirty="0">
                <a:solidFill>
                  <a:srgbClr val="FFFFFF"/>
                </a:solidFill>
              </a:rPr>
              <a:t> Databases</a:t>
            </a:r>
            <a:endParaRPr lang="en-PK" sz="4100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C8121-8867-4947-DE7F-1A1F5E060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GB" b="1" dirty="0"/>
              <a:t>Key Characteristics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Flexible schema design.</a:t>
            </a:r>
          </a:p>
          <a:p>
            <a:pPr lvl="1"/>
            <a:r>
              <a:rPr lang="en-GB" dirty="0"/>
              <a:t>Horizontal scalability for large-scale data.</a:t>
            </a:r>
          </a:p>
          <a:p>
            <a:pPr lvl="1"/>
            <a:r>
              <a:rPr lang="en-GB" dirty="0"/>
              <a:t>Ideal for Big Data and real-time web applications.</a:t>
            </a:r>
          </a:p>
          <a:p>
            <a:r>
              <a:rPr lang="en-GB" b="1" dirty="0"/>
              <a:t>Use Cases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Social media, IoT, real-time analytics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D4C86-E985-B641-E7FA-2550587E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7A7F-2C0E-48E7-B508-F92C7D71DC94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19A10-5A1E-E05E-9DD5-3BE731A24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BF36B-87A5-C6DF-81E7-309695F7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03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0CCF94-9536-4A63-8FF2-E37827C92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970655A-F4C2-4D7E-BAB6-D3BFC5CA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8174"/>
            <a:ext cx="9144000" cy="4939827"/>
          </a:xfrm>
          <a:custGeom>
            <a:avLst/>
            <a:gdLst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435843 w 12192000"/>
              <a:gd name="connsiteY143" fmla="*/ 234325 h 4939827"/>
              <a:gd name="connsiteX144" fmla="*/ 4499101 w 12192000"/>
              <a:gd name="connsiteY144" fmla="*/ 232983 h 4939827"/>
              <a:gd name="connsiteX145" fmla="*/ 4558432 w 12192000"/>
              <a:gd name="connsiteY145" fmla="*/ 269194 h 4939827"/>
              <a:gd name="connsiteX146" fmla="*/ 4635061 w 12192000"/>
              <a:gd name="connsiteY146" fmla="*/ 280682 h 4939827"/>
              <a:gd name="connsiteX147" fmla="*/ 4680829 w 12192000"/>
              <a:gd name="connsiteY147" fmla="*/ 287953 h 4939827"/>
              <a:gd name="connsiteX148" fmla="*/ 4807427 w 12192000"/>
              <a:gd name="connsiteY148" fmla="*/ 276835 h 4939827"/>
              <a:gd name="connsiteX149" fmla="*/ 5028933 w 12192000"/>
              <a:gd name="connsiteY149" fmla="*/ 183887 h 4939827"/>
              <a:gd name="connsiteX150" fmla="*/ 5093642 w 12192000"/>
              <a:gd name="connsiteY150" fmla="*/ 177214 h 4939827"/>
              <a:gd name="connsiteX151" fmla="*/ 5102642 w 12192000"/>
              <a:gd name="connsiteY151" fmla="*/ 186816 h 4939827"/>
              <a:gd name="connsiteX152" fmla="*/ 5193590 w 12192000"/>
              <a:gd name="connsiteY152" fmla="*/ 136361 h 4939827"/>
              <a:gd name="connsiteX153" fmla="*/ 5323922 w 12192000"/>
              <a:gd name="connsiteY153" fmla="*/ 146332 h 4939827"/>
              <a:gd name="connsiteX154" fmla="*/ 5421860 w 12192000"/>
              <a:gd name="connsiteY154" fmla="*/ 167298 h 4939827"/>
              <a:gd name="connsiteX155" fmla="*/ 5476948 w 12192000"/>
              <a:gd name="connsiteY155" fmla="*/ 173249 h 4939827"/>
              <a:gd name="connsiteX156" fmla="*/ 5516842 w 12192000"/>
              <a:gd name="connsiteY156" fmla="*/ 184018 h 4939827"/>
              <a:gd name="connsiteX157" fmla="*/ 5619415 w 12192000"/>
              <a:gd name="connsiteY157" fmla="*/ 176781 h 4939827"/>
              <a:gd name="connsiteX158" fmla="*/ 5789867 w 12192000"/>
              <a:gd name="connsiteY158" fmla="*/ 150304 h 4939827"/>
              <a:gd name="connsiteX159" fmla="*/ 5825953 w 12192000"/>
              <a:gd name="connsiteY159" fmla="*/ 147907 h 4939827"/>
              <a:gd name="connsiteX160" fmla="*/ 5856168 w 12192000"/>
              <a:gd name="connsiteY160" fmla="*/ 158719 h 4939827"/>
              <a:gd name="connsiteX161" fmla="*/ 5862476 w 12192000"/>
              <a:gd name="connsiteY161" fmla="*/ 172447 h 4939827"/>
              <a:gd name="connsiteX162" fmla="*/ 5882195 w 12192000"/>
              <a:gd name="connsiteY162" fmla="*/ 173195 h 4939827"/>
              <a:gd name="connsiteX163" fmla="*/ 5887271 w 12192000"/>
              <a:gd name="connsiteY163" fmla="*/ 176084 h 4939827"/>
              <a:gd name="connsiteX164" fmla="*/ 5916552 w 12192000"/>
              <a:gd name="connsiteY164" fmla="*/ 189955 h 4939827"/>
              <a:gd name="connsiteX165" fmla="*/ 5983240 w 12192000"/>
              <a:gd name="connsiteY165" fmla="*/ 152755 h 4939827"/>
              <a:gd name="connsiteX166" fmla="*/ 6061852 w 12192000"/>
              <a:gd name="connsiteY166" fmla="*/ 161953 h 4939827"/>
              <a:gd name="connsiteX167" fmla="*/ 6408386 w 12192000"/>
              <a:gd name="connsiteY167" fmla="*/ 157590 h 4939827"/>
              <a:gd name="connsiteX168" fmla="*/ 6531386 w 12192000"/>
              <a:gd name="connsiteY168" fmla="*/ 156103 h 4939827"/>
              <a:gd name="connsiteX169" fmla="*/ 6721509 w 12192000"/>
              <a:gd name="connsiteY169" fmla="*/ 54829 h 4939827"/>
              <a:gd name="connsiteX170" fmla="*/ 6947884 w 12192000"/>
              <a:gd name="connsiteY170" fmla="*/ 47587 h 4939827"/>
              <a:gd name="connsiteX171" fmla="*/ 6965101 w 12192000"/>
              <a:gd name="connsiteY171" fmla="*/ 25718 h 4939827"/>
              <a:gd name="connsiteX172" fmla="*/ 6986370 w 12192000"/>
              <a:gd name="connsiteY172" fmla="*/ 12659 h 4939827"/>
              <a:gd name="connsiteX173" fmla="*/ 6989536 w 12192000"/>
              <a:gd name="connsiteY173" fmla="*/ 14528 h 4939827"/>
              <a:gd name="connsiteX174" fmla="*/ 7015933 w 12192000"/>
              <a:gd name="connsiteY174" fmla="*/ 9653 h 4939827"/>
              <a:gd name="connsiteX175" fmla="*/ 7020592 w 12192000"/>
              <a:gd name="connsiteY175" fmla="*/ 1651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435843 w 12192000"/>
              <a:gd name="connsiteY143" fmla="*/ 234325 h 4939827"/>
              <a:gd name="connsiteX144" fmla="*/ 4558432 w 12192000"/>
              <a:gd name="connsiteY144" fmla="*/ 269194 h 4939827"/>
              <a:gd name="connsiteX145" fmla="*/ 4635061 w 12192000"/>
              <a:gd name="connsiteY145" fmla="*/ 280682 h 4939827"/>
              <a:gd name="connsiteX146" fmla="*/ 4680829 w 12192000"/>
              <a:gd name="connsiteY146" fmla="*/ 287953 h 4939827"/>
              <a:gd name="connsiteX147" fmla="*/ 4807427 w 12192000"/>
              <a:gd name="connsiteY147" fmla="*/ 276835 h 4939827"/>
              <a:gd name="connsiteX148" fmla="*/ 5028933 w 12192000"/>
              <a:gd name="connsiteY148" fmla="*/ 183887 h 4939827"/>
              <a:gd name="connsiteX149" fmla="*/ 5093642 w 12192000"/>
              <a:gd name="connsiteY149" fmla="*/ 177214 h 4939827"/>
              <a:gd name="connsiteX150" fmla="*/ 5102642 w 12192000"/>
              <a:gd name="connsiteY150" fmla="*/ 186816 h 4939827"/>
              <a:gd name="connsiteX151" fmla="*/ 5193590 w 12192000"/>
              <a:gd name="connsiteY151" fmla="*/ 136361 h 4939827"/>
              <a:gd name="connsiteX152" fmla="*/ 5323922 w 12192000"/>
              <a:gd name="connsiteY152" fmla="*/ 146332 h 4939827"/>
              <a:gd name="connsiteX153" fmla="*/ 5421860 w 12192000"/>
              <a:gd name="connsiteY153" fmla="*/ 167298 h 4939827"/>
              <a:gd name="connsiteX154" fmla="*/ 5476948 w 12192000"/>
              <a:gd name="connsiteY154" fmla="*/ 173249 h 4939827"/>
              <a:gd name="connsiteX155" fmla="*/ 5516842 w 12192000"/>
              <a:gd name="connsiteY155" fmla="*/ 184018 h 4939827"/>
              <a:gd name="connsiteX156" fmla="*/ 5619415 w 12192000"/>
              <a:gd name="connsiteY156" fmla="*/ 176781 h 4939827"/>
              <a:gd name="connsiteX157" fmla="*/ 5789867 w 12192000"/>
              <a:gd name="connsiteY157" fmla="*/ 150304 h 4939827"/>
              <a:gd name="connsiteX158" fmla="*/ 5825953 w 12192000"/>
              <a:gd name="connsiteY158" fmla="*/ 147907 h 4939827"/>
              <a:gd name="connsiteX159" fmla="*/ 5856168 w 12192000"/>
              <a:gd name="connsiteY159" fmla="*/ 158719 h 4939827"/>
              <a:gd name="connsiteX160" fmla="*/ 5862476 w 12192000"/>
              <a:gd name="connsiteY160" fmla="*/ 172447 h 4939827"/>
              <a:gd name="connsiteX161" fmla="*/ 5882195 w 12192000"/>
              <a:gd name="connsiteY161" fmla="*/ 173195 h 4939827"/>
              <a:gd name="connsiteX162" fmla="*/ 5887271 w 12192000"/>
              <a:gd name="connsiteY162" fmla="*/ 176084 h 4939827"/>
              <a:gd name="connsiteX163" fmla="*/ 5916552 w 12192000"/>
              <a:gd name="connsiteY163" fmla="*/ 189955 h 4939827"/>
              <a:gd name="connsiteX164" fmla="*/ 5983240 w 12192000"/>
              <a:gd name="connsiteY164" fmla="*/ 152755 h 4939827"/>
              <a:gd name="connsiteX165" fmla="*/ 6061852 w 12192000"/>
              <a:gd name="connsiteY165" fmla="*/ 161953 h 4939827"/>
              <a:gd name="connsiteX166" fmla="*/ 6408386 w 12192000"/>
              <a:gd name="connsiteY166" fmla="*/ 157590 h 4939827"/>
              <a:gd name="connsiteX167" fmla="*/ 6531386 w 12192000"/>
              <a:gd name="connsiteY167" fmla="*/ 156103 h 4939827"/>
              <a:gd name="connsiteX168" fmla="*/ 6721509 w 12192000"/>
              <a:gd name="connsiteY168" fmla="*/ 54829 h 4939827"/>
              <a:gd name="connsiteX169" fmla="*/ 6947884 w 12192000"/>
              <a:gd name="connsiteY169" fmla="*/ 47587 h 4939827"/>
              <a:gd name="connsiteX170" fmla="*/ 6965101 w 12192000"/>
              <a:gd name="connsiteY170" fmla="*/ 25718 h 4939827"/>
              <a:gd name="connsiteX171" fmla="*/ 6986370 w 12192000"/>
              <a:gd name="connsiteY171" fmla="*/ 12659 h 4939827"/>
              <a:gd name="connsiteX172" fmla="*/ 6989536 w 12192000"/>
              <a:gd name="connsiteY172" fmla="*/ 14528 h 4939827"/>
              <a:gd name="connsiteX173" fmla="*/ 7015933 w 12192000"/>
              <a:gd name="connsiteY173" fmla="*/ 9653 h 4939827"/>
              <a:gd name="connsiteX174" fmla="*/ 7020592 w 12192000"/>
              <a:gd name="connsiteY174" fmla="*/ 1651 h 4939827"/>
              <a:gd name="connsiteX175" fmla="*/ 7025905 w 12192000"/>
              <a:gd name="connsiteY175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680829 w 12192000"/>
              <a:gd name="connsiteY145" fmla="*/ 287953 h 4939827"/>
              <a:gd name="connsiteX146" fmla="*/ 4807427 w 12192000"/>
              <a:gd name="connsiteY146" fmla="*/ 276835 h 4939827"/>
              <a:gd name="connsiteX147" fmla="*/ 5028933 w 12192000"/>
              <a:gd name="connsiteY147" fmla="*/ 183887 h 4939827"/>
              <a:gd name="connsiteX148" fmla="*/ 5093642 w 12192000"/>
              <a:gd name="connsiteY148" fmla="*/ 177214 h 4939827"/>
              <a:gd name="connsiteX149" fmla="*/ 5102642 w 12192000"/>
              <a:gd name="connsiteY149" fmla="*/ 186816 h 4939827"/>
              <a:gd name="connsiteX150" fmla="*/ 5193590 w 12192000"/>
              <a:gd name="connsiteY150" fmla="*/ 136361 h 4939827"/>
              <a:gd name="connsiteX151" fmla="*/ 5323922 w 12192000"/>
              <a:gd name="connsiteY151" fmla="*/ 146332 h 4939827"/>
              <a:gd name="connsiteX152" fmla="*/ 5421860 w 12192000"/>
              <a:gd name="connsiteY152" fmla="*/ 167298 h 4939827"/>
              <a:gd name="connsiteX153" fmla="*/ 5476948 w 12192000"/>
              <a:gd name="connsiteY153" fmla="*/ 173249 h 4939827"/>
              <a:gd name="connsiteX154" fmla="*/ 5516842 w 12192000"/>
              <a:gd name="connsiteY154" fmla="*/ 184018 h 4939827"/>
              <a:gd name="connsiteX155" fmla="*/ 5619415 w 12192000"/>
              <a:gd name="connsiteY155" fmla="*/ 176781 h 4939827"/>
              <a:gd name="connsiteX156" fmla="*/ 5789867 w 12192000"/>
              <a:gd name="connsiteY156" fmla="*/ 150304 h 4939827"/>
              <a:gd name="connsiteX157" fmla="*/ 5825953 w 12192000"/>
              <a:gd name="connsiteY157" fmla="*/ 147907 h 4939827"/>
              <a:gd name="connsiteX158" fmla="*/ 5856168 w 12192000"/>
              <a:gd name="connsiteY158" fmla="*/ 158719 h 4939827"/>
              <a:gd name="connsiteX159" fmla="*/ 5862476 w 12192000"/>
              <a:gd name="connsiteY159" fmla="*/ 172447 h 4939827"/>
              <a:gd name="connsiteX160" fmla="*/ 5882195 w 12192000"/>
              <a:gd name="connsiteY160" fmla="*/ 173195 h 4939827"/>
              <a:gd name="connsiteX161" fmla="*/ 5887271 w 12192000"/>
              <a:gd name="connsiteY161" fmla="*/ 176084 h 4939827"/>
              <a:gd name="connsiteX162" fmla="*/ 5916552 w 12192000"/>
              <a:gd name="connsiteY162" fmla="*/ 189955 h 4939827"/>
              <a:gd name="connsiteX163" fmla="*/ 5983240 w 12192000"/>
              <a:gd name="connsiteY163" fmla="*/ 152755 h 4939827"/>
              <a:gd name="connsiteX164" fmla="*/ 6061852 w 12192000"/>
              <a:gd name="connsiteY164" fmla="*/ 161953 h 4939827"/>
              <a:gd name="connsiteX165" fmla="*/ 6408386 w 12192000"/>
              <a:gd name="connsiteY165" fmla="*/ 157590 h 4939827"/>
              <a:gd name="connsiteX166" fmla="*/ 6531386 w 12192000"/>
              <a:gd name="connsiteY166" fmla="*/ 156103 h 4939827"/>
              <a:gd name="connsiteX167" fmla="*/ 6721509 w 12192000"/>
              <a:gd name="connsiteY167" fmla="*/ 54829 h 4939827"/>
              <a:gd name="connsiteX168" fmla="*/ 6947884 w 12192000"/>
              <a:gd name="connsiteY168" fmla="*/ 47587 h 4939827"/>
              <a:gd name="connsiteX169" fmla="*/ 6965101 w 12192000"/>
              <a:gd name="connsiteY169" fmla="*/ 25718 h 4939827"/>
              <a:gd name="connsiteX170" fmla="*/ 6986370 w 12192000"/>
              <a:gd name="connsiteY170" fmla="*/ 12659 h 4939827"/>
              <a:gd name="connsiteX171" fmla="*/ 6989536 w 12192000"/>
              <a:gd name="connsiteY171" fmla="*/ 14528 h 4939827"/>
              <a:gd name="connsiteX172" fmla="*/ 7015933 w 12192000"/>
              <a:gd name="connsiteY172" fmla="*/ 9653 h 4939827"/>
              <a:gd name="connsiteX173" fmla="*/ 7020592 w 12192000"/>
              <a:gd name="connsiteY173" fmla="*/ 1651 h 4939827"/>
              <a:gd name="connsiteX174" fmla="*/ 7025905 w 12192000"/>
              <a:gd name="connsiteY174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408386 w 12192000"/>
              <a:gd name="connsiteY164" fmla="*/ 157590 h 4939827"/>
              <a:gd name="connsiteX165" fmla="*/ 6531386 w 12192000"/>
              <a:gd name="connsiteY165" fmla="*/ 156103 h 4939827"/>
              <a:gd name="connsiteX166" fmla="*/ 6721509 w 12192000"/>
              <a:gd name="connsiteY166" fmla="*/ 54829 h 4939827"/>
              <a:gd name="connsiteX167" fmla="*/ 6947884 w 12192000"/>
              <a:gd name="connsiteY167" fmla="*/ 47587 h 4939827"/>
              <a:gd name="connsiteX168" fmla="*/ 6965101 w 12192000"/>
              <a:gd name="connsiteY168" fmla="*/ 25718 h 4939827"/>
              <a:gd name="connsiteX169" fmla="*/ 6986370 w 12192000"/>
              <a:gd name="connsiteY169" fmla="*/ 12659 h 4939827"/>
              <a:gd name="connsiteX170" fmla="*/ 6989536 w 12192000"/>
              <a:gd name="connsiteY170" fmla="*/ 14528 h 4939827"/>
              <a:gd name="connsiteX171" fmla="*/ 7015933 w 12192000"/>
              <a:gd name="connsiteY171" fmla="*/ 9653 h 4939827"/>
              <a:gd name="connsiteX172" fmla="*/ 7020592 w 12192000"/>
              <a:gd name="connsiteY172" fmla="*/ 1651 h 4939827"/>
              <a:gd name="connsiteX173" fmla="*/ 7025905 w 12192000"/>
              <a:gd name="connsiteY173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721509 w 12192000"/>
              <a:gd name="connsiteY165" fmla="*/ 54829 h 4939827"/>
              <a:gd name="connsiteX166" fmla="*/ 6947884 w 12192000"/>
              <a:gd name="connsiteY166" fmla="*/ 47587 h 4939827"/>
              <a:gd name="connsiteX167" fmla="*/ 6965101 w 12192000"/>
              <a:gd name="connsiteY167" fmla="*/ 25718 h 4939827"/>
              <a:gd name="connsiteX168" fmla="*/ 6986370 w 12192000"/>
              <a:gd name="connsiteY168" fmla="*/ 12659 h 4939827"/>
              <a:gd name="connsiteX169" fmla="*/ 6989536 w 12192000"/>
              <a:gd name="connsiteY169" fmla="*/ 14528 h 4939827"/>
              <a:gd name="connsiteX170" fmla="*/ 7015933 w 12192000"/>
              <a:gd name="connsiteY170" fmla="*/ 9653 h 4939827"/>
              <a:gd name="connsiteX171" fmla="*/ 7020592 w 12192000"/>
              <a:gd name="connsiteY171" fmla="*/ 1651 h 4939827"/>
              <a:gd name="connsiteX172" fmla="*/ 7025905 w 12192000"/>
              <a:gd name="connsiteY172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947884 w 12192000"/>
              <a:gd name="connsiteY165" fmla="*/ 47587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531386 w 12192000"/>
              <a:gd name="connsiteY164" fmla="*/ 156103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061852 w 12192000"/>
              <a:gd name="connsiteY163" fmla="*/ 161953 h 4939827"/>
              <a:gd name="connsiteX164" fmla="*/ 6415830 w 12192000"/>
              <a:gd name="connsiteY164" fmla="*/ 136006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37675 w 12192000"/>
              <a:gd name="connsiteY17" fmla="*/ 204438 h 4939827"/>
              <a:gd name="connsiteX18" fmla="*/ 7952584 w 12192000"/>
              <a:gd name="connsiteY18" fmla="*/ 170181 h 4939827"/>
              <a:gd name="connsiteX19" fmla="*/ 8009534 w 12192000"/>
              <a:gd name="connsiteY19" fmla="*/ 176441 h 4939827"/>
              <a:gd name="connsiteX20" fmla="*/ 8058681 w 12192000"/>
              <a:gd name="connsiteY20" fmla="*/ 219431 h 4939827"/>
              <a:gd name="connsiteX21" fmla="*/ 8126175 w 12192000"/>
              <a:gd name="connsiteY21" fmla="*/ 240005 h 4939827"/>
              <a:gd name="connsiteX22" fmla="*/ 8166439 w 12192000"/>
              <a:gd name="connsiteY22" fmla="*/ 252699 h 4939827"/>
              <a:gd name="connsiteX23" fmla="*/ 8281371 w 12192000"/>
              <a:gd name="connsiteY23" fmla="*/ 256875 h 4939827"/>
              <a:gd name="connsiteX24" fmla="*/ 8381609 w 12192000"/>
              <a:gd name="connsiteY24" fmla="*/ 240618 h 4939827"/>
              <a:gd name="connsiteX25" fmla="*/ 8406759 w 12192000"/>
              <a:gd name="connsiteY25" fmla="*/ 232517 h 4939827"/>
              <a:gd name="connsiteX26" fmla="*/ 8426506 w 12192000"/>
              <a:gd name="connsiteY26" fmla="*/ 241842 h 4939827"/>
              <a:gd name="connsiteX27" fmla="*/ 8427949 w 12192000"/>
              <a:gd name="connsiteY27" fmla="*/ 240981 h 4939827"/>
              <a:gd name="connsiteX28" fmla="*/ 8441468 w 12192000"/>
              <a:gd name="connsiteY28" fmla="*/ 241157 h 4939827"/>
              <a:gd name="connsiteX29" fmla="*/ 8565757 w 12192000"/>
              <a:gd name="connsiteY29" fmla="*/ 255317 h 4939827"/>
              <a:gd name="connsiteX30" fmla="*/ 8573171 w 12192000"/>
              <a:gd name="connsiteY30" fmla="*/ 258426 h 4939827"/>
              <a:gd name="connsiteX31" fmla="*/ 8573548 w 12192000"/>
              <a:gd name="connsiteY31" fmla="*/ 258241 h 4939827"/>
              <a:gd name="connsiteX32" fmla="*/ 8581827 w 12192000"/>
              <a:gd name="connsiteY32" fmla="*/ 261028 h 4939827"/>
              <a:gd name="connsiteX33" fmla="*/ 8586687 w 12192000"/>
              <a:gd name="connsiteY33" fmla="*/ 264089 h 4939827"/>
              <a:gd name="connsiteX34" fmla="*/ 8601067 w 12192000"/>
              <a:gd name="connsiteY34" fmla="*/ 270114 h 4939827"/>
              <a:gd name="connsiteX35" fmla="*/ 8672650 w 12192000"/>
              <a:gd name="connsiteY35" fmla="*/ 254821 h 4939827"/>
              <a:gd name="connsiteX36" fmla="*/ 8785543 w 12192000"/>
              <a:gd name="connsiteY36" fmla="*/ 263406 h 4939827"/>
              <a:gd name="connsiteX37" fmla="*/ 8830588 w 12192000"/>
              <a:gd name="connsiteY37" fmla="*/ 265483 h 4939827"/>
              <a:gd name="connsiteX38" fmla="*/ 8905142 w 12192000"/>
              <a:gd name="connsiteY38" fmla="*/ 264958 h 4939827"/>
              <a:gd name="connsiteX39" fmla="*/ 8968582 w 12192000"/>
              <a:gd name="connsiteY39" fmla="*/ 262728 h 4939827"/>
              <a:gd name="connsiteX40" fmla="*/ 8972994 w 12192000"/>
              <a:gd name="connsiteY40" fmla="*/ 263284 h 4939827"/>
              <a:gd name="connsiteX41" fmla="*/ 9004605 w 12192000"/>
              <a:gd name="connsiteY41" fmla="*/ 258041 h 4939827"/>
              <a:gd name="connsiteX42" fmla="*/ 9016165 w 12192000"/>
              <a:gd name="connsiteY42" fmla="*/ 261258 h 4939827"/>
              <a:gd name="connsiteX43" fmla="*/ 9043297 w 12192000"/>
              <a:gd name="connsiteY43" fmla="*/ 281547 h 4939827"/>
              <a:gd name="connsiteX44" fmla="*/ 9048315 w 12192000"/>
              <a:gd name="connsiteY44" fmla="*/ 279264 h 4939827"/>
              <a:gd name="connsiteX45" fmla="*/ 9054706 w 12192000"/>
              <a:gd name="connsiteY45" fmla="*/ 278538 h 4939827"/>
              <a:gd name="connsiteX46" fmla="*/ 9070919 w 12192000"/>
              <a:gd name="connsiteY46" fmla="*/ 281810 h 4939827"/>
              <a:gd name="connsiteX47" fmla="*/ 9076813 w 12192000"/>
              <a:gd name="connsiteY47" fmla="*/ 283909 h 4939827"/>
              <a:gd name="connsiteX48" fmla="*/ 9085871 w 12192000"/>
              <a:gd name="connsiteY48" fmla="*/ 285133 h 4939827"/>
              <a:gd name="connsiteX49" fmla="*/ 9086159 w 12192000"/>
              <a:gd name="connsiteY49" fmla="*/ 284887 h 4939827"/>
              <a:gd name="connsiteX50" fmla="*/ 9134606 w 12192000"/>
              <a:gd name="connsiteY50" fmla="*/ 288168 h 4939827"/>
              <a:gd name="connsiteX51" fmla="*/ 9195590 w 12192000"/>
              <a:gd name="connsiteY51" fmla="*/ 279568 h 4939827"/>
              <a:gd name="connsiteX52" fmla="*/ 9219336 w 12192000"/>
              <a:gd name="connsiteY52" fmla="*/ 278133 h 4939827"/>
              <a:gd name="connsiteX53" fmla="*/ 9232362 w 12192000"/>
              <a:gd name="connsiteY53" fmla="*/ 275894 h 4939827"/>
              <a:gd name="connsiteX54" fmla="*/ 9233396 w 12192000"/>
              <a:gd name="connsiteY54" fmla="*/ 274803 h 4939827"/>
              <a:gd name="connsiteX55" fmla="*/ 9256213 w 12192000"/>
              <a:gd name="connsiteY55" fmla="*/ 281576 h 4939827"/>
              <a:gd name="connsiteX56" fmla="*/ 9262377 w 12192000"/>
              <a:gd name="connsiteY56" fmla="*/ 286635 h 4939827"/>
              <a:gd name="connsiteX57" fmla="*/ 9287089 w 12192000"/>
              <a:gd name="connsiteY57" fmla="*/ 303891 h 4939827"/>
              <a:gd name="connsiteX58" fmla="*/ 9371484 w 12192000"/>
              <a:gd name="connsiteY58" fmla="*/ 329634 h 4939827"/>
              <a:gd name="connsiteX59" fmla="*/ 9404829 w 12192000"/>
              <a:gd name="connsiteY59" fmla="*/ 339038 h 4939827"/>
              <a:gd name="connsiteX60" fmla="*/ 9427021 w 12192000"/>
              <a:gd name="connsiteY60" fmla="*/ 358784 h 4939827"/>
              <a:gd name="connsiteX61" fmla="*/ 9670844 w 12192000"/>
              <a:gd name="connsiteY61" fmla="*/ 405128 h 4939827"/>
              <a:gd name="connsiteX62" fmla="*/ 9816083 w 12192000"/>
              <a:gd name="connsiteY62" fmla="*/ 416573 h 4939827"/>
              <a:gd name="connsiteX63" fmla="*/ 9936741 w 12192000"/>
              <a:gd name="connsiteY63" fmla="*/ 437044 h 4939827"/>
              <a:gd name="connsiteX64" fmla="*/ 10050093 w 12192000"/>
              <a:gd name="connsiteY64" fmla="*/ 443783 h 4939827"/>
              <a:gd name="connsiteX65" fmla="*/ 10130090 w 12192000"/>
              <a:gd name="connsiteY65" fmla="*/ 459520 h 4939827"/>
              <a:gd name="connsiteX66" fmla="*/ 10173456 w 12192000"/>
              <a:gd name="connsiteY66" fmla="*/ 457749 h 4939827"/>
              <a:gd name="connsiteX67" fmla="*/ 10218232 w 12192000"/>
              <a:gd name="connsiteY67" fmla="*/ 459820 h 4939827"/>
              <a:gd name="connsiteX68" fmla="*/ 10354176 w 12192000"/>
              <a:gd name="connsiteY68" fmla="*/ 471377 h 4939827"/>
              <a:gd name="connsiteX69" fmla="*/ 10430681 w 12192000"/>
              <a:gd name="connsiteY69" fmla="*/ 481226 h 4939827"/>
              <a:gd name="connsiteX70" fmla="*/ 10478169 w 12192000"/>
              <a:gd name="connsiteY70" fmla="*/ 481774 h 4939827"/>
              <a:gd name="connsiteX71" fmla="*/ 10540907 w 12192000"/>
              <a:gd name="connsiteY71" fmla="*/ 485607 h 4939827"/>
              <a:gd name="connsiteX72" fmla="*/ 10614941 w 12192000"/>
              <a:gd name="connsiteY72" fmla="*/ 487592 h 4939827"/>
              <a:gd name="connsiteX73" fmla="*/ 10674098 w 12192000"/>
              <a:gd name="connsiteY73" fmla="*/ 521656 h 4939827"/>
              <a:gd name="connsiteX74" fmla="*/ 10874834 w 12192000"/>
              <a:gd name="connsiteY74" fmla="*/ 574867 h 4939827"/>
              <a:gd name="connsiteX75" fmla="*/ 10944981 w 12192000"/>
              <a:gd name="connsiteY75" fmla="*/ 615042 h 4939827"/>
              <a:gd name="connsiteX76" fmla="*/ 11006376 w 12192000"/>
              <a:gd name="connsiteY76" fmla="*/ 645957 h 4939827"/>
              <a:gd name="connsiteX77" fmla="*/ 11076308 w 12192000"/>
              <a:gd name="connsiteY77" fmla="*/ 675698 h 4939827"/>
              <a:gd name="connsiteX78" fmla="*/ 11148789 w 12192000"/>
              <a:gd name="connsiteY78" fmla="*/ 685041 h 4939827"/>
              <a:gd name="connsiteX79" fmla="*/ 11249129 w 12192000"/>
              <a:gd name="connsiteY79" fmla="*/ 684218 h 4939827"/>
              <a:gd name="connsiteX80" fmla="*/ 11299915 w 12192000"/>
              <a:gd name="connsiteY80" fmla="*/ 692177 h 4939827"/>
              <a:gd name="connsiteX81" fmla="*/ 11386973 w 12192000"/>
              <a:gd name="connsiteY81" fmla="*/ 708209 h 4939827"/>
              <a:gd name="connsiteX82" fmla="*/ 11500105 w 12192000"/>
              <a:gd name="connsiteY82" fmla="*/ 735014 h 4939827"/>
              <a:gd name="connsiteX83" fmla="*/ 11621735 w 12192000"/>
              <a:gd name="connsiteY83" fmla="*/ 789584 h 4939827"/>
              <a:gd name="connsiteX84" fmla="*/ 11691200 w 12192000"/>
              <a:gd name="connsiteY84" fmla="*/ 867902 h 4939827"/>
              <a:gd name="connsiteX85" fmla="*/ 11819427 w 12192000"/>
              <a:gd name="connsiteY85" fmla="*/ 911634 h 4939827"/>
              <a:gd name="connsiteX86" fmla="*/ 11969720 w 12192000"/>
              <a:gd name="connsiteY86" fmla="*/ 964737 h 4939827"/>
              <a:gd name="connsiteX87" fmla="*/ 12055766 w 12192000"/>
              <a:gd name="connsiteY87" fmla="*/ 991268 h 4939827"/>
              <a:gd name="connsiteX88" fmla="*/ 12171539 w 12192000"/>
              <a:gd name="connsiteY88" fmla="*/ 995427 h 4939827"/>
              <a:gd name="connsiteX89" fmla="*/ 12187831 w 12192000"/>
              <a:gd name="connsiteY89" fmla="*/ 996580 h 4939827"/>
              <a:gd name="connsiteX90" fmla="*/ 12192000 w 12192000"/>
              <a:gd name="connsiteY90" fmla="*/ 996726 h 4939827"/>
              <a:gd name="connsiteX91" fmla="*/ 12192000 w 12192000"/>
              <a:gd name="connsiteY91" fmla="*/ 4939827 h 4939827"/>
              <a:gd name="connsiteX92" fmla="*/ 0 w 12192000"/>
              <a:gd name="connsiteY92" fmla="*/ 4939827 h 4939827"/>
              <a:gd name="connsiteX93" fmla="*/ 0 w 12192000"/>
              <a:gd name="connsiteY93" fmla="*/ 512043 h 4939827"/>
              <a:gd name="connsiteX94" fmla="*/ 7381 w 12192000"/>
              <a:gd name="connsiteY94" fmla="*/ 512580 h 4939827"/>
              <a:gd name="connsiteX95" fmla="*/ 100029 w 12192000"/>
              <a:gd name="connsiteY95" fmla="*/ 504758 h 4939827"/>
              <a:gd name="connsiteX96" fmla="*/ 155244 w 12192000"/>
              <a:gd name="connsiteY96" fmla="*/ 525130 h 4939827"/>
              <a:gd name="connsiteX97" fmla="*/ 254366 w 12192000"/>
              <a:gd name="connsiteY97" fmla="*/ 534449 h 4939827"/>
              <a:gd name="connsiteX98" fmla="*/ 447292 w 12192000"/>
              <a:gd name="connsiteY98" fmla="*/ 542725 h 4939827"/>
              <a:gd name="connsiteX99" fmla="*/ 628105 w 12192000"/>
              <a:gd name="connsiteY99" fmla="*/ 547853 h 4939827"/>
              <a:gd name="connsiteX100" fmla="*/ 783146 w 12192000"/>
              <a:gd name="connsiteY100" fmla="*/ 591799 h 4939827"/>
              <a:gd name="connsiteX101" fmla="*/ 1043676 w 12192000"/>
              <a:gd name="connsiteY101" fmla="*/ 591887 h 4939827"/>
              <a:gd name="connsiteX102" fmla="*/ 1281816 w 12192000"/>
              <a:gd name="connsiteY102" fmla="*/ 520946 h 4939827"/>
              <a:gd name="connsiteX103" fmla="*/ 1486347 w 12192000"/>
              <a:gd name="connsiteY103" fmla="*/ 487310 h 4939827"/>
              <a:gd name="connsiteX104" fmla="*/ 1568079 w 12192000"/>
              <a:gd name="connsiteY104" fmla="*/ 462531 h 4939827"/>
              <a:gd name="connsiteX105" fmla="*/ 1622516 w 12192000"/>
              <a:gd name="connsiteY105" fmla="*/ 466058 h 4939827"/>
              <a:gd name="connsiteX106" fmla="*/ 1655457 w 12192000"/>
              <a:gd name="connsiteY106" fmla="*/ 465359 h 4939827"/>
              <a:gd name="connsiteX107" fmla="*/ 1717454 w 12192000"/>
              <a:gd name="connsiteY107" fmla="*/ 417203 h 4939827"/>
              <a:gd name="connsiteX108" fmla="*/ 1913794 w 12192000"/>
              <a:gd name="connsiteY108" fmla="*/ 365255 h 4939827"/>
              <a:gd name="connsiteX109" fmla="*/ 2129762 w 12192000"/>
              <a:gd name="connsiteY109" fmla="*/ 367832 h 4939827"/>
              <a:gd name="connsiteX110" fmla="*/ 2376970 w 12192000"/>
              <a:gd name="connsiteY110" fmla="*/ 350129 h 4939827"/>
              <a:gd name="connsiteX111" fmla="*/ 2480155 w 12192000"/>
              <a:gd name="connsiteY111" fmla="*/ 359227 h 4939827"/>
              <a:gd name="connsiteX112" fmla="*/ 2586782 w 12192000"/>
              <a:gd name="connsiteY112" fmla="*/ 339352 h 4939827"/>
              <a:gd name="connsiteX113" fmla="*/ 2654496 w 12192000"/>
              <a:gd name="connsiteY113" fmla="*/ 315431 h 4939827"/>
              <a:gd name="connsiteX114" fmla="*/ 2788947 w 12192000"/>
              <a:gd name="connsiteY114" fmla="*/ 250375 h 4939827"/>
              <a:gd name="connsiteX115" fmla="*/ 2885389 w 12192000"/>
              <a:gd name="connsiteY115" fmla="*/ 255259 h 4939827"/>
              <a:gd name="connsiteX116" fmla="*/ 3045916 w 12192000"/>
              <a:gd name="connsiteY116" fmla="*/ 261030 h 4939827"/>
              <a:gd name="connsiteX117" fmla="*/ 3074187 w 12192000"/>
              <a:gd name="connsiteY117" fmla="*/ 243226 h 4939827"/>
              <a:gd name="connsiteX118" fmla="*/ 3103677 w 12192000"/>
              <a:gd name="connsiteY118" fmla="*/ 209527 h 4939827"/>
              <a:gd name="connsiteX119" fmla="*/ 3126759 w 12192000"/>
              <a:gd name="connsiteY119" fmla="*/ 211226 h 4939827"/>
              <a:gd name="connsiteX120" fmla="*/ 3164020 w 12192000"/>
              <a:gd name="connsiteY120" fmla="*/ 212779 h 4939827"/>
              <a:gd name="connsiteX121" fmla="*/ 3285019 w 12192000"/>
              <a:gd name="connsiteY121" fmla="*/ 220535 h 4939827"/>
              <a:gd name="connsiteX122" fmla="*/ 3365154 w 12192000"/>
              <a:gd name="connsiteY122" fmla="*/ 226416 h 4939827"/>
              <a:gd name="connsiteX123" fmla="*/ 3367507 w 12192000"/>
              <a:gd name="connsiteY123" fmla="*/ 225416 h 4939827"/>
              <a:gd name="connsiteX124" fmla="*/ 3387567 w 12192000"/>
              <a:gd name="connsiteY124" fmla="*/ 227103 h 4939827"/>
              <a:gd name="connsiteX125" fmla="*/ 3424753 w 12192000"/>
              <a:gd name="connsiteY125" fmla="*/ 244380 h 4939827"/>
              <a:gd name="connsiteX126" fmla="*/ 3498001 w 12192000"/>
              <a:gd name="connsiteY126" fmla="*/ 231941 h 4939827"/>
              <a:gd name="connsiteX127" fmla="*/ 3561557 w 12192000"/>
              <a:gd name="connsiteY127" fmla="*/ 228095 h 4939827"/>
              <a:gd name="connsiteX128" fmla="*/ 3611920 w 12192000"/>
              <a:gd name="connsiteY128" fmla="*/ 218094 h 4939827"/>
              <a:gd name="connsiteX129" fmla="*/ 3620528 w 12192000"/>
              <a:gd name="connsiteY129" fmla="*/ 218788 h 4939827"/>
              <a:gd name="connsiteX130" fmla="*/ 3620766 w 12192000"/>
              <a:gd name="connsiteY130" fmla="*/ 218511 h 4939827"/>
              <a:gd name="connsiteX131" fmla="*/ 3629977 w 12192000"/>
              <a:gd name="connsiteY131" fmla="*/ 218664 h 4939827"/>
              <a:gd name="connsiteX132" fmla="*/ 3636217 w 12192000"/>
              <a:gd name="connsiteY132" fmla="*/ 220048 h 4939827"/>
              <a:gd name="connsiteX133" fmla="*/ 3709484 w 12192000"/>
              <a:gd name="connsiteY133" fmla="*/ 186927 h 4939827"/>
              <a:gd name="connsiteX134" fmla="*/ 3761342 w 12192000"/>
              <a:gd name="connsiteY134" fmla="*/ 177474 h 4939827"/>
              <a:gd name="connsiteX135" fmla="*/ 3799748 w 12192000"/>
              <a:gd name="connsiteY135" fmla="*/ 167154 h 4939827"/>
              <a:gd name="connsiteX136" fmla="*/ 3812225 w 12192000"/>
              <a:gd name="connsiteY136" fmla="*/ 189020 h 4939827"/>
              <a:gd name="connsiteX137" fmla="*/ 3864537 w 12192000"/>
              <a:gd name="connsiteY137" fmla="*/ 200742 h 4939827"/>
              <a:gd name="connsiteX138" fmla="*/ 4028476 w 12192000"/>
              <a:gd name="connsiteY138" fmla="*/ 223679 h 4939827"/>
              <a:gd name="connsiteX139" fmla="*/ 4191582 w 12192000"/>
              <a:gd name="connsiteY139" fmla="*/ 238952 h 4939827"/>
              <a:gd name="connsiteX140" fmla="*/ 4251024 w 12192000"/>
              <a:gd name="connsiteY140" fmla="*/ 240874 h 4939827"/>
              <a:gd name="connsiteX141" fmla="*/ 4355275 w 12192000"/>
              <a:gd name="connsiteY141" fmla="*/ 260205 h 4939827"/>
              <a:gd name="connsiteX142" fmla="*/ 4423807 w 12192000"/>
              <a:gd name="connsiteY142" fmla="*/ 270366 h 4939827"/>
              <a:gd name="connsiteX143" fmla="*/ 4558432 w 12192000"/>
              <a:gd name="connsiteY143" fmla="*/ 269194 h 4939827"/>
              <a:gd name="connsiteX144" fmla="*/ 4635061 w 12192000"/>
              <a:gd name="connsiteY144" fmla="*/ 280682 h 4939827"/>
              <a:gd name="connsiteX145" fmla="*/ 4807427 w 12192000"/>
              <a:gd name="connsiteY145" fmla="*/ 276835 h 4939827"/>
              <a:gd name="connsiteX146" fmla="*/ 5028933 w 12192000"/>
              <a:gd name="connsiteY146" fmla="*/ 183887 h 4939827"/>
              <a:gd name="connsiteX147" fmla="*/ 5093642 w 12192000"/>
              <a:gd name="connsiteY147" fmla="*/ 177214 h 4939827"/>
              <a:gd name="connsiteX148" fmla="*/ 5102642 w 12192000"/>
              <a:gd name="connsiteY148" fmla="*/ 186816 h 4939827"/>
              <a:gd name="connsiteX149" fmla="*/ 5193590 w 12192000"/>
              <a:gd name="connsiteY149" fmla="*/ 136361 h 4939827"/>
              <a:gd name="connsiteX150" fmla="*/ 5323922 w 12192000"/>
              <a:gd name="connsiteY150" fmla="*/ 146332 h 4939827"/>
              <a:gd name="connsiteX151" fmla="*/ 5421860 w 12192000"/>
              <a:gd name="connsiteY151" fmla="*/ 167298 h 4939827"/>
              <a:gd name="connsiteX152" fmla="*/ 5476948 w 12192000"/>
              <a:gd name="connsiteY152" fmla="*/ 173249 h 4939827"/>
              <a:gd name="connsiteX153" fmla="*/ 5516842 w 12192000"/>
              <a:gd name="connsiteY153" fmla="*/ 184018 h 4939827"/>
              <a:gd name="connsiteX154" fmla="*/ 5619415 w 12192000"/>
              <a:gd name="connsiteY154" fmla="*/ 176781 h 4939827"/>
              <a:gd name="connsiteX155" fmla="*/ 5789867 w 12192000"/>
              <a:gd name="connsiteY155" fmla="*/ 150304 h 4939827"/>
              <a:gd name="connsiteX156" fmla="*/ 5825953 w 12192000"/>
              <a:gd name="connsiteY156" fmla="*/ 147907 h 4939827"/>
              <a:gd name="connsiteX157" fmla="*/ 5856168 w 12192000"/>
              <a:gd name="connsiteY157" fmla="*/ 158719 h 4939827"/>
              <a:gd name="connsiteX158" fmla="*/ 5862476 w 12192000"/>
              <a:gd name="connsiteY158" fmla="*/ 172447 h 4939827"/>
              <a:gd name="connsiteX159" fmla="*/ 5882195 w 12192000"/>
              <a:gd name="connsiteY159" fmla="*/ 173195 h 4939827"/>
              <a:gd name="connsiteX160" fmla="*/ 5887271 w 12192000"/>
              <a:gd name="connsiteY160" fmla="*/ 176084 h 4939827"/>
              <a:gd name="connsiteX161" fmla="*/ 5916552 w 12192000"/>
              <a:gd name="connsiteY161" fmla="*/ 189955 h 4939827"/>
              <a:gd name="connsiteX162" fmla="*/ 5983240 w 12192000"/>
              <a:gd name="connsiteY162" fmla="*/ 152755 h 4939827"/>
              <a:gd name="connsiteX163" fmla="*/ 6152287 w 12192000"/>
              <a:gd name="connsiteY163" fmla="*/ 116736 h 4939827"/>
              <a:gd name="connsiteX164" fmla="*/ 6415830 w 12192000"/>
              <a:gd name="connsiteY164" fmla="*/ 136006 h 4939827"/>
              <a:gd name="connsiteX165" fmla="*/ 6756965 w 12192000"/>
              <a:gd name="connsiteY165" fmla="*/ 57636 h 4939827"/>
              <a:gd name="connsiteX166" fmla="*/ 6965101 w 12192000"/>
              <a:gd name="connsiteY166" fmla="*/ 25718 h 4939827"/>
              <a:gd name="connsiteX167" fmla="*/ 6986370 w 12192000"/>
              <a:gd name="connsiteY167" fmla="*/ 12659 h 4939827"/>
              <a:gd name="connsiteX168" fmla="*/ 6989536 w 12192000"/>
              <a:gd name="connsiteY168" fmla="*/ 14528 h 4939827"/>
              <a:gd name="connsiteX169" fmla="*/ 7015933 w 12192000"/>
              <a:gd name="connsiteY169" fmla="*/ 9653 h 4939827"/>
              <a:gd name="connsiteX170" fmla="*/ 7020592 w 12192000"/>
              <a:gd name="connsiteY170" fmla="*/ 1651 h 4939827"/>
              <a:gd name="connsiteX171" fmla="*/ 7025905 w 12192000"/>
              <a:gd name="connsiteY17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43464 w 12192000"/>
              <a:gd name="connsiteY12" fmla="*/ 68367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965101 w 12192000"/>
              <a:gd name="connsiteY165" fmla="*/ 25718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965101 w 12192000"/>
              <a:gd name="connsiteY165" fmla="*/ 25718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16552 w 12192000"/>
              <a:gd name="connsiteY160" fmla="*/ 189955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36361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21577 w 12192000"/>
              <a:gd name="connsiteY160" fmla="*/ 169858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3864537 w 12192000"/>
              <a:gd name="connsiteY136" fmla="*/ 200742 h 4939827"/>
              <a:gd name="connsiteX137" fmla="*/ 4028476 w 12192000"/>
              <a:gd name="connsiteY137" fmla="*/ 223679 h 4939827"/>
              <a:gd name="connsiteX138" fmla="*/ 4191582 w 12192000"/>
              <a:gd name="connsiteY138" fmla="*/ 238952 h 4939827"/>
              <a:gd name="connsiteX139" fmla="*/ 4251024 w 12192000"/>
              <a:gd name="connsiteY139" fmla="*/ 240874 h 4939827"/>
              <a:gd name="connsiteX140" fmla="*/ 4355275 w 12192000"/>
              <a:gd name="connsiteY140" fmla="*/ 260205 h 4939827"/>
              <a:gd name="connsiteX141" fmla="*/ 4423807 w 12192000"/>
              <a:gd name="connsiteY141" fmla="*/ 270366 h 4939827"/>
              <a:gd name="connsiteX142" fmla="*/ 4558432 w 12192000"/>
              <a:gd name="connsiteY142" fmla="*/ 269194 h 4939827"/>
              <a:gd name="connsiteX143" fmla="*/ 4635061 w 12192000"/>
              <a:gd name="connsiteY143" fmla="*/ 280682 h 4939827"/>
              <a:gd name="connsiteX144" fmla="*/ 4807427 w 12192000"/>
              <a:gd name="connsiteY144" fmla="*/ 276835 h 4939827"/>
              <a:gd name="connsiteX145" fmla="*/ 5028933 w 12192000"/>
              <a:gd name="connsiteY145" fmla="*/ 183887 h 4939827"/>
              <a:gd name="connsiteX146" fmla="*/ 5093642 w 12192000"/>
              <a:gd name="connsiteY146" fmla="*/ 177214 h 4939827"/>
              <a:gd name="connsiteX147" fmla="*/ 5102642 w 12192000"/>
              <a:gd name="connsiteY147" fmla="*/ 186816 h 4939827"/>
              <a:gd name="connsiteX148" fmla="*/ 5193590 w 12192000"/>
              <a:gd name="connsiteY148" fmla="*/ 156458 h 4939827"/>
              <a:gd name="connsiteX149" fmla="*/ 5323922 w 12192000"/>
              <a:gd name="connsiteY149" fmla="*/ 146332 h 4939827"/>
              <a:gd name="connsiteX150" fmla="*/ 5421860 w 12192000"/>
              <a:gd name="connsiteY150" fmla="*/ 167298 h 4939827"/>
              <a:gd name="connsiteX151" fmla="*/ 5476948 w 12192000"/>
              <a:gd name="connsiteY151" fmla="*/ 173249 h 4939827"/>
              <a:gd name="connsiteX152" fmla="*/ 5516842 w 12192000"/>
              <a:gd name="connsiteY152" fmla="*/ 184018 h 4939827"/>
              <a:gd name="connsiteX153" fmla="*/ 5619415 w 12192000"/>
              <a:gd name="connsiteY153" fmla="*/ 176781 h 4939827"/>
              <a:gd name="connsiteX154" fmla="*/ 5789867 w 12192000"/>
              <a:gd name="connsiteY154" fmla="*/ 150304 h 4939827"/>
              <a:gd name="connsiteX155" fmla="*/ 5825953 w 12192000"/>
              <a:gd name="connsiteY155" fmla="*/ 147907 h 4939827"/>
              <a:gd name="connsiteX156" fmla="*/ 5856168 w 12192000"/>
              <a:gd name="connsiteY156" fmla="*/ 158719 h 4939827"/>
              <a:gd name="connsiteX157" fmla="*/ 5862476 w 12192000"/>
              <a:gd name="connsiteY157" fmla="*/ 172447 h 4939827"/>
              <a:gd name="connsiteX158" fmla="*/ 5882195 w 12192000"/>
              <a:gd name="connsiteY158" fmla="*/ 173195 h 4939827"/>
              <a:gd name="connsiteX159" fmla="*/ 5887271 w 12192000"/>
              <a:gd name="connsiteY159" fmla="*/ 176084 h 4939827"/>
              <a:gd name="connsiteX160" fmla="*/ 5921577 w 12192000"/>
              <a:gd name="connsiteY160" fmla="*/ 169858 h 4939827"/>
              <a:gd name="connsiteX161" fmla="*/ 5983240 w 12192000"/>
              <a:gd name="connsiteY161" fmla="*/ 152755 h 4939827"/>
              <a:gd name="connsiteX162" fmla="*/ 6152287 w 12192000"/>
              <a:gd name="connsiteY162" fmla="*/ 116736 h 4939827"/>
              <a:gd name="connsiteX163" fmla="*/ 6415830 w 12192000"/>
              <a:gd name="connsiteY163" fmla="*/ 136006 h 4939827"/>
              <a:gd name="connsiteX164" fmla="*/ 6756965 w 12192000"/>
              <a:gd name="connsiteY164" fmla="*/ 57636 h 4939827"/>
              <a:gd name="connsiteX165" fmla="*/ 6819400 w 12192000"/>
              <a:gd name="connsiteY165" fmla="*/ 30742 h 4939827"/>
              <a:gd name="connsiteX166" fmla="*/ 6986370 w 12192000"/>
              <a:gd name="connsiteY166" fmla="*/ 12659 h 4939827"/>
              <a:gd name="connsiteX167" fmla="*/ 6989536 w 12192000"/>
              <a:gd name="connsiteY167" fmla="*/ 14528 h 4939827"/>
              <a:gd name="connsiteX168" fmla="*/ 7015933 w 12192000"/>
              <a:gd name="connsiteY168" fmla="*/ 9653 h 4939827"/>
              <a:gd name="connsiteX169" fmla="*/ 7020592 w 12192000"/>
              <a:gd name="connsiteY169" fmla="*/ 1651 h 4939827"/>
              <a:gd name="connsiteX170" fmla="*/ 7025905 w 12192000"/>
              <a:gd name="connsiteY17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812225 w 12192000"/>
              <a:gd name="connsiteY135" fmla="*/ 189020 h 4939827"/>
              <a:gd name="connsiteX136" fmla="*/ 4028476 w 12192000"/>
              <a:gd name="connsiteY136" fmla="*/ 223679 h 4939827"/>
              <a:gd name="connsiteX137" fmla="*/ 4191582 w 12192000"/>
              <a:gd name="connsiteY137" fmla="*/ 238952 h 4939827"/>
              <a:gd name="connsiteX138" fmla="*/ 4251024 w 12192000"/>
              <a:gd name="connsiteY138" fmla="*/ 240874 h 4939827"/>
              <a:gd name="connsiteX139" fmla="*/ 4355275 w 12192000"/>
              <a:gd name="connsiteY139" fmla="*/ 260205 h 4939827"/>
              <a:gd name="connsiteX140" fmla="*/ 4423807 w 12192000"/>
              <a:gd name="connsiteY140" fmla="*/ 270366 h 4939827"/>
              <a:gd name="connsiteX141" fmla="*/ 4558432 w 12192000"/>
              <a:gd name="connsiteY141" fmla="*/ 269194 h 4939827"/>
              <a:gd name="connsiteX142" fmla="*/ 4635061 w 12192000"/>
              <a:gd name="connsiteY142" fmla="*/ 280682 h 4939827"/>
              <a:gd name="connsiteX143" fmla="*/ 4807427 w 12192000"/>
              <a:gd name="connsiteY143" fmla="*/ 276835 h 4939827"/>
              <a:gd name="connsiteX144" fmla="*/ 5028933 w 12192000"/>
              <a:gd name="connsiteY144" fmla="*/ 183887 h 4939827"/>
              <a:gd name="connsiteX145" fmla="*/ 5093642 w 12192000"/>
              <a:gd name="connsiteY145" fmla="*/ 177214 h 4939827"/>
              <a:gd name="connsiteX146" fmla="*/ 5102642 w 12192000"/>
              <a:gd name="connsiteY146" fmla="*/ 186816 h 4939827"/>
              <a:gd name="connsiteX147" fmla="*/ 5193590 w 12192000"/>
              <a:gd name="connsiteY147" fmla="*/ 156458 h 4939827"/>
              <a:gd name="connsiteX148" fmla="*/ 5323922 w 12192000"/>
              <a:gd name="connsiteY148" fmla="*/ 146332 h 4939827"/>
              <a:gd name="connsiteX149" fmla="*/ 5421860 w 12192000"/>
              <a:gd name="connsiteY149" fmla="*/ 167298 h 4939827"/>
              <a:gd name="connsiteX150" fmla="*/ 5476948 w 12192000"/>
              <a:gd name="connsiteY150" fmla="*/ 173249 h 4939827"/>
              <a:gd name="connsiteX151" fmla="*/ 5516842 w 12192000"/>
              <a:gd name="connsiteY151" fmla="*/ 184018 h 4939827"/>
              <a:gd name="connsiteX152" fmla="*/ 5619415 w 12192000"/>
              <a:gd name="connsiteY152" fmla="*/ 176781 h 4939827"/>
              <a:gd name="connsiteX153" fmla="*/ 5789867 w 12192000"/>
              <a:gd name="connsiteY153" fmla="*/ 150304 h 4939827"/>
              <a:gd name="connsiteX154" fmla="*/ 5825953 w 12192000"/>
              <a:gd name="connsiteY154" fmla="*/ 147907 h 4939827"/>
              <a:gd name="connsiteX155" fmla="*/ 5856168 w 12192000"/>
              <a:gd name="connsiteY155" fmla="*/ 158719 h 4939827"/>
              <a:gd name="connsiteX156" fmla="*/ 5862476 w 12192000"/>
              <a:gd name="connsiteY156" fmla="*/ 172447 h 4939827"/>
              <a:gd name="connsiteX157" fmla="*/ 5882195 w 12192000"/>
              <a:gd name="connsiteY157" fmla="*/ 173195 h 4939827"/>
              <a:gd name="connsiteX158" fmla="*/ 5887271 w 12192000"/>
              <a:gd name="connsiteY158" fmla="*/ 176084 h 4939827"/>
              <a:gd name="connsiteX159" fmla="*/ 5921577 w 12192000"/>
              <a:gd name="connsiteY159" fmla="*/ 169858 h 4939827"/>
              <a:gd name="connsiteX160" fmla="*/ 5983240 w 12192000"/>
              <a:gd name="connsiteY160" fmla="*/ 152755 h 4939827"/>
              <a:gd name="connsiteX161" fmla="*/ 6152287 w 12192000"/>
              <a:gd name="connsiteY161" fmla="*/ 116736 h 4939827"/>
              <a:gd name="connsiteX162" fmla="*/ 6415830 w 12192000"/>
              <a:gd name="connsiteY162" fmla="*/ 136006 h 4939827"/>
              <a:gd name="connsiteX163" fmla="*/ 6756965 w 12192000"/>
              <a:gd name="connsiteY163" fmla="*/ 57636 h 4939827"/>
              <a:gd name="connsiteX164" fmla="*/ 6819400 w 12192000"/>
              <a:gd name="connsiteY164" fmla="*/ 30742 h 4939827"/>
              <a:gd name="connsiteX165" fmla="*/ 6986370 w 12192000"/>
              <a:gd name="connsiteY165" fmla="*/ 12659 h 4939827"/>
              <a:gd name="connsiteX166" fmla="*/ 6989536 w 12192000"/>
              <a:gd name="connsiteY166" fmla="*/ 14528 h 4939827"/>
              <a:gd name="connsiteX167" fmla="*/ 7015933 w 12192000"/>
              <a:gd name="connsiteY167" fmla="*/ 9653 h 4939827"/>
              <a:gd name="connsiteX168" fmla="*/ 7020592 w 12192000"/>
              <a:gd name="connsiteY168" fmla="*/ 1651 h 4939827"/>
              <a:gd name="connsiteX169" fmla="*/ 7025905 w 12192000"/>
              <a:gd name="connsiteY16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24753 w 12192000"/>
              <a:gd name="connsiteY124" fmla="*/ 244380 h 4939827"/>
              <a:gd name="connsiteX125" fmla="*/ 3498001 w 12192000"/>
              <a:gd name="connsiteY125" fmla="*/ 231941 h 4939827"/>
              <a:gd name="connsiteX126" fmla="*/ 3561557 w 12192000"/>
              <a:gd name="connsiteY126" fmla="*/ 228095 h 4939827"/>
              <a:gd name="connsiteX127" fmla="*/ 3611920 w 12192000"/>
              <a:gd name="connsiteY127" fmla="*/ 218094 h 4939827"/>
              <a:gd name="connsiteX128" fmla="*/ 3620528 w 12192000"/>
              <a:gd name="connsiteY128" fmla="*/ 218788 h 4939827"/>
              <a:gd name="connsiteX129" fmla="*/ 3620766 w 12192000"/>
              <a:gd name="connsiteY129" fmla="*/ 218511 h 4939827"/>
              <a:gd name="connsiteX130" fmla="*/ 3629977 w 12192000"/>
              <a:gd name="connsiteY130" fmla="*/ 218664 h 4939827"/>
              <a:gd name="connsiteX131" fmla="*/ 3636217 w 12192000"/>
              <a:gd name="connsiteY131" fmla="*/ 220048 h 4939827"/>
              <a:gd name="connsiteX132" fmla="*/ 3709484 w 12192000"/>
              <a:gd name="connsiteY132" fmla="*/ 186927 h 4939827"/>
              <a:gd name="connsiteX133" fmla="*/ 3761342 w 12192000"/>
              <a:gd name="connsiteY133" fmla="*/ 177474 h 4939827"/>
              <a:gd name="connsiteX134" fmla="*/ 3799748 w 12192000"/>
              <a:gd name="connsiteY134" fmla="*/ 167154 h 4939827"/>
              <a:gd name="connsiteX135" fmla="*/ 3922756 w 12192000"/>
              <a:gd name="connsiteY135" fmla="*/ 194044 h 4939827"/>
              <a:gd name="connsiteX136" fmla="*/ 4028476 w 12192000"/>
              <a:gd name="connsiteY136" fmla="*/ 223679 h 4939827"/>
              <a:gd name="connsiteX137" fmla="*/ 4191582 w 12192000"/>
              <a:gd name="connsiteY137" fmla="*/ 238952 h 4939827"/>
              <a:gd name="connsiteX138" fmla="*/ 4251024 w 12192000"/>
              <a:gd name="connsiteY138" fmla="*/ 240874 h 4939827"/>
              <a:gd name="connsiteX139" fmla="*/ 4355275 w 12192000"/>
              <a:gd name="connsiteY139" fmla="*/ 260205 h 4939827"/>
              <a:gd name="connsiteX140" fmla="*/ 4423807 w 12192000"/>
              <a:gd name="connsiteY140" fmla="*/ 270366 h 4939827"/>
              <a:gd name="connsiteX141" fmla="*/ 4558432 w 12192000"/>
              <a:gd name="connsiteY141" fmla="*/ 269194 h 4939827"/>
              <a:gd name="connsiteX142" fmla="*/ 4635061 w 12192000"/>
              <a:gd name="connsiteY142" fmla="*/ 280682 h 4939827"/>
              <a:gd name="connsiteX143" fmla="*/ 4807427 w 12192000"/>
              <a:gd name="connsiteY143" fmla="*/ 276835 h 4939827"/>
              <a:gd name="connsiteX144" fmla="*/ 5028933 w 12192000"/>
              <a:gd name="connsiteY144" fmla="*/ 183887 h 4939827"/>
              <a:gd name="connsiteX145" fmla="*/ 5093642 w 12192000"/>
              <a:gd name="connsiteY145" fmla="*/ 177214 h 4939827"/>
              <a:gd name="connsiteX146" fmla="*/ 5102642 w 12192000"/>
              <a:gd name="connsiteY146" fmla="*/ 186816 h 4939827"/>
              <a:gd name="connsiteX147" fmla="*/ 5193590 w 12192000"/>
              <a:gd name="connsiteY147" fmla="*/ 156458 h 4939827"/>
              <a:gd name="connsiteX148" fmla="*/ 5323922 w 12192000"/>
              <a:gd name="connsiteY148" fmla="*/ 146332 h 4939827"/>
              <a:gd name="connsiteX149" fmla="*/ 5421860 w 12192000"/>
              <a:gd name="connsiteY149" fmla="*/ 167298 h 4939827"/>
              <a:gd name="connsiteX150" fmla="*/ 5476948 w 12192000"/>
              <a:gd name="connsiteY150" fmla="*/ 173249 h 4939827"/>
              <a:gd name="connsiteX151" fmla="*/ 5516842 w 12192000"/>
              <a:gd name="connsiteY151" fmla="*/ 184018 h 4939827"/>
              <a:gd name="connsiteX152" fmla="*/ 5619415 w 12192000"/>
              <a:gd name="connsiteY152" fmla="*/ 176781 h 4939827"/>
              <a:gd name="connsiteX153" fmla="*/ 5789867 w 12192000"/>
              <a:gd name="connsiteY153" fmla="*/ 150304 h 4939827"/>
              <a:gd name="connsiteX154" fmla="*/ 5825953 w 12192000"/>
              <a:gd name="connsiteY154" fmla="*/ 147907 h 4939827"/>
              <a:gd name="connsiteX155" fmla="*/ 5856168 w 12192000"/>
              <a:gd name="connsiteY155" fmla="*/ 158719 h 4939827"/>
              <a:gd name="connsiteX156" fmla="*/ 5862476 w 12192000"/>
              <a:gd name="connsiteY156" fmla="*/ 172447 h 4939827"/>
              <a:gd name="connsiteX157" fmla="*/ 5882195 w 12192000"/>
              <a:gd name="connsiteY157" fmla="*/ 173195 h 4939827"/>
              <a:gd name="connsiteX158" fmla="*/ 5887271 w 12192000"/>
              <a:gd name="connsiteY158" fmla="*/ 176084 h 4939827"/>
              <a:gd name="connsiteX159" fmla="*/ 5921577 w 12192000"/>
              <a:gd name="connsiteY159" fmla="*/ 169858 h 4939827"/>
              <a:gd name="connsiteX160" fmla="*/ 5983240 w 12192000"/>
              <a:gd name="connsiteY160" fmla="*/ 152755 h 4939827"/>
              <a:gd name="connsiteX161" fmla="*/ 6152287 w 12192000"/>
              <a:gd name="connsiteY161" fmla="*/ 116736 h 4939827"/>
              <a:gd name="connsiteX162" fmla="*/ 6415830 w 12192000"/>
              <a:gd name="connsiteY162" fmla="*/ 136006 h 4939827"/>
              <a:gd name="connsiteX163" fmla="*/ 6756965 w 12192000"/>
              <a:gd name="connsiteY163" fmla="*/ 57636 h 4939827"/>
              <a:gd name="connsiteX164" fmla="*/ 6819400 w 12192000"/>
              <a:gd name="connsiteY164" fmla="*/ 30742 h 4939827"/>
              <a:gd name="connsiteX165" fmla="*/ 6986370 w 12192000"/>
              <a:gd name="connsiteY165" fmla="*/ 12659 h 4939827"/>
              <a:gd name="connsiteX166" fmla="*/ 6989536 w 12192000"/>
              <a:gd name="connsiteY166" fmla="*/ 14528 h 4939827"/>
              <a:gd name="connsiteX167" fmla="*/ 7015933 w 12192000"/>
              <a:gd name="connsiteY167" fmla="*/ 9653 h 4939827"/>
              <a:gd name="connsiteX168" fmla="*/ 7020592 w 12192000"/>
              <a:gd name="connsiteY168" fmla="*/ 1651 h 4939827"/>
              <a:gd name="connsiteX169" fmla="*/ 7025905 w 12192000"/>
              <a:gd name="connsiteY16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074187 w 12192000"/>
              <a:gd name="connsiteY116" fmla="*/ 243226 h 4939827"/>
              <a:gd name="connsiteX117" fmla="*/ 3103677 w 12192000"/>
              <a:gd name="connsiteY117" fmla="*/ 209527 h 4939827"/>
              <a:gd name="connsiteX118" fmla="*/ 3126759 w 12192000"/>
              <a:gd name="connsiteY118" fmla="*/ 211226 h 4939827"/>
              <a:gd name="connsiteX119" fmla="*/ 3164020 w 12192000"/>
              <a:gd name="connsiteY119" fmla="*/ 212779 h 4939827"/>
              <a:gd name="connsiteX120" fmla="*/ 3285019 w 12192000"/>
              <a:gd name="connsiteY120" fmla="*/ 220535 h 4939827"/>
              <a:gd name="connsiteX121" fmla="*/ 3365154 w 12192000"/>
              <a:gd name="connsiteY121" fmla="*/ 226416 h 4939827"/>
              <a:gd name="connsiteX122" fmla="*/ 3367507 w 12192000"/>
              <a:gd name="connsiteY122" fmla="*/ 225416 h 4939827"/>
              <a:gd name="connsiteX123" fmla="*/ 3387567 w 12192000"/>
              <a:gd name="connsiteY123" fmla="*/ 227103 h 4939827"/>
              <a:gd name="connsiteX124" fmla="*/ 3498001 w 12192000"/>
              <a:gd name="connsiteY124" fmla="*/ 231941 h 4939827"/>
              <a:gd name="connsiteX125" fmla="*/ 3561557 w 12192000"/>
              <a:gd name="connsiteY125" fmla="*/ 228095 h 4939827"/>
              <a:gd name="connsiteX126" fmla="*/ 3611920 w 12192000"/>
              <a:gd name="connsiteY126" fmla="*/ 218094 h 4939827"/>
              <a:gd name="connsiteX127" fmla="*/ 3620528 w 12192000"/>
              <a:gd name="connsiteY127" fmla="*/ 218788 h 4939827"/>
              <a:gd name="connsiteX128" fmla="*/ 3620766 w 12192000"/>
              <a:gd name="connsiteY128" fmla="*/ 218511 h 4939827"/>
              <a:gd name="connsiteX129" fmla="*/ 3629977 w 12192000"/>
              <a:gd name="connsiteY129" fmla="*/ 218664 h 4939827"/>
              <a:gd name="connsiteX130" fmla="*/ 3636217 w 12192000"/>
              <a:gd name="connsiteY130" fmla="*/ 220048 h 4939827"/>
              <a:gd name="connsiteX131" fmla="*/ 3709484 w 12192000"/>
              <a:gd name="connsiteY131" fmla="*/ 186927 h 4939827"/>
              <a:gd name="connsiteX132" fmla="*/ 3761342 w 12192000"/>
              <a:gd name="connsiteY132" fmla="*/ 177474 h 4939827"/>
              <a:gd name="connsiteX133" fmla="*/ 3799748 w 12192000"/>
              <a:gd name="connsiteY133" fmla="*/ 167154 h 4939827"/>
              <a:gd name="connsiteX134" fmla="*/ 3922756 w 12192000"/>
              <a:gd name="connsiteY134" fmla="*/ 194044 h 4939827"/>
              <a:gd name="connsiteX135" fmla="*/ 4028476 w 12192000"/>
              <a:gd name="connsiteY135" fmla="*/ 223679 h 4939827"/>
              <a:gd name="connsiteX136" fmla="*/ 4191582 w 12192000"/>
              <a:gd name="connsiteY136" fmla="*/ 238952 h 4939827"/>
              <a:gd name="connsiteX137" fmla="*/ 4251024 w 12192000"/>
              <a:gd name="connsiteY137" fmla="*/ 240874 h 4939827"/>
              <a:gd name="connsiteX138" fmla="*/ 4355275 w 12192000"/>
              <a:gd name="connsiteY138" fmla="*/ 260205 h 4939827"/>
              <a:gd name="connsiteX139" fmla="*/ 4423807 w 12192000"/>
              <a:gd name="connsiteY139" fmla="*/ 270366 h 4939827"/>
              <a:gd name="connsiteX140" fmla="*/ 4558432 w 12192000"/>
              <a:gd name="connsiteY140" fmla="*/ 269194 h 4939827"/>
              <a:gd name="connsiteX141" fmla="*/ 4635061 w 12192000"/>
              <a:gd name="connsiteY141" fmla="*/ 280682 h 4939827"/>
              <a:gd name="connsiteX142" fmla="*/ 4807427 w 12192000"/>
              <a:gd name="connsiteY142" fmla="*/ 276835 h 4939827"/>
              <a:gd name="connsiteX143" fmla="*/ 5028933 w 12192000"/>
              <a:gd name="connsiteY143" fmla="*/ 183887 h 4939827"/>
              <a:gd name="connsiteX144" fmla="*/ 5093642 w 12192000"/>
              <a:gd name="connsiteY144" fmla="*/ 177214 h 4939827"/>
              <a:gd name="connsiteX145" fmla="*/ 5102642 w 12192000"/>
              <a:gd name="connsiteY145" fmla="*/ 186816 h 4939827"/>
              <a:gd name="connsiteX146" fmla="*/ 5193590 w 12192000"/>
              <a:gd name="connsiteY146" fmla="*/ 156458 h 4939827"/>
              <a:gd name="connsiteX147" fmla="*/ 5323922 w 12192000"/>
              <a:gd name="connsiteY147" fmla="*/ 146332 h 4939827"/>
              <a:gd name="connsiteX148" fmla="*/ 5421860 w 12192000"/>
              <a:gd name="connsiteY148" fmla="*/ 167298 h 4939827"/>
              <a:gd name="connsiteX149" fmla="*/ 5476948 w 12192000"/>
              <a:gd name="connsiteY149" fmla="*/ 173249 h 4939827"/>
              <a:gd name="connsiteX150" fmla="*/ 5516842 w 12192000"/>
              <a:gd name="connsiteY150" fmla="*/ 184018 h 4939827"/>
              <a:gd name="connsiteX151" fmla="*/ 5619415 w 12192000"/>
              <a:gd name="connsiteY151" fmla="*/ 176781 h 4939827"/>
              <a:gd name="connsiteX152" fmla="*/ 5789867 w 12192000"/>
              <a:gd name="connsiteY152" fmla="*/ 150304 h 4939827"/>
              <a:gd name="connsiteX153" fmla="*/ 5825953 w 12192000"/>
              <a:gd name="connsiteY153" fmla="*/ 147907 h 4939827"/>
              <a:gd name="connsiteX154" fmla="*/ 5856168 w 12192000"/>
              <a:gd name="connsiteY154" fmla="*/ 158719 h 4939827"/>
              <a:gd name="connsiteX155" fmla="*/ 5862476 w 12192000"/>
              <a:gd name="connsiteY155" fmla="*/ 172447 h 4939827"/>
              <a:gd name="connsiteX156" fmla="*/ 5882195 w 12192000"/>
              <a:gd name="connsiteY156" fmla="*/ 173195 h 4939827"/>
              <a:gd name="connsiteX157" fmla="*/ 5887271 w 12192000"/>
              <a:gd name="connsiteY157" fmla="*/ 176084 h 4939827"/>
              <a:gd name="connsiteX158" fmla="*/ 5921577 w 12192000"/>
              <a:gd name="connsiteY158" fmla="*/ 169858 h 4939827"/>
              <a:gd name="connsiteX159" fmla="*/ 5983240 w 12192000"/>
              <a:gd name="connsiteY159" fmla="*/ 152755 h 4939827"/>
              <a:gd name="connsiteX160" fmla="*/ 6152287 w 12192000"/>
              <a:gd name="connsiteY160" fmla="*/ 116736 h 4939827"/>
              <a:gd name="connsiteX161" fmla="*/ 6415830 w 12192000"/>
              <a:gd name="connsiteY161" fmla="*/ 136006 h 4939827"/>
              <a:gd name="connsiteX162" fmla="*/ 6756965 w 12192000"/>
              <a:gd name="connsiteY162" fmla="*/ 57636 h 4939827"/>
              <a:gd name="connsiteX163" fmla="*/ 6819400 w 12192000"/>
              <a:gd name="connsiteY163" fmla="*/ 30742 h 4939827"/>
              <a:gd name="connsiteX164" fmla="*/ 6986370 w 12192000"/>
              <a:gd name="connsiteY164" fmla="*/ 12659 h 4939827"/>
              <a:gd name="connsiteX165" fmla="*/ 6989536 w 12192000"/>
              <a:gd name="connsiteY165" fmla="*/ 14528 h 4939827"/>
              <a:gd name="connsiteX166" fmla="*/ 7015933 w 12192000"/>
              <a:gd name="connsiteY166" fmla="*/ 9653 h 4939827"/>
              <a:gd name="connsiteX167" fmla="*/ 7020592 w 12192000"/>
              <a:gd name="connsiteY167" fmla="*/ 1651 h 4939827"/>
              <a:gd name="connsiteX168" fmla="*/ 7025905 w 12192000"/>
              <a:gd name="connsiteY16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45916 w 12192000"/>
              <a:gd name="connsiteY115" fmla="*/ 261030 h 4939827"/>
              <a:gd name="connsiteX116" fmla="*/ 3103677 w 12192000"/>
              <a:gd name="connsiteY116" fmla="*/ 209527 h 4939827"/>
              <a:gd name="connsiteX117" fmla="*/ 3126759 w 12192000"/>
              <a:gd name="connsiteY117" fmla="*/ 211226 h 4939827"/>
              <a:gd name="connsiteX118" fmla="*/ 3164020 w 12192000"/>
              <a:gd name="connsiteY118" fmla="*/ 212779 h 4939827"/>
              <a:gd name="connsiteX119" fmla="*/ 3285019 w 12192000"/>
              <a:gd name="connsiteY119" fmla="*/ 220535 h 4939827"/>
              <a:gd name="connsiteX120" fmla="*/ 3365154 w 12192000"/>
              <a:gd name="connsiteY120" fmla="*/ 226416 h 4939827"/>
              <a:gd name="connsiteX121" fmla="*/ 3367507 w 12192000"/>
              <a:gd name="connsiteY121" fmla="*/ 225416 h 4939827"/>
              <a:gd name="connsiteX122" fmla="*/ 3387567 w 12192000"/>
              <a:gd name="connsiteY122" fmla="*/ 227103 h 4939827"/>
              <a:gd name="connsiteX123" fmla="*/ 3498001 w 12192000"/>
              <a:gd name="connsiteY123" fmla="*/ 231941 h 4939827"/>
              <a:gd name="connsiteX124" fmla="*/ 3561557 w 12192000"/>
              <a:gd name="connsiteY124" fmla="*/ 228095 h 4939827"/>
              <a:gd name="connsiteX125" fmla="*/ 3611920 w 12192000"/>
              <a:gd name="connsiteY125" fmla="*/ 218094 h 4939827"/>
              <a:gd name="connsiteX126" fmla="*/ 3620528 w 12192000"/>
              <a:gd name="connsiteY126" fmla="*/ 218788 h 4939827"/>
              <a:gd name="connsiteX127" fmla="*/ 3620766 w 12192000"/>
              <a:gd name="connsiteY127" fmla="*/ 218511 h 4939827"/>
              <a:gd name="connsiteX128" fmla="*/ 3629977 w 12192000"/>
              <a:gd name="connsiteY128" fmla="*/ 218664 h 4939827"/>
              <a:gd name="connsiteX129" fmla="*/ 3636217 w 12192000"/>
              <a:gd name="connsiteY129" fmla="*/ 220048 h 4939827"/>
              <a:gd name="connsiteX130" fmla="*/ 3709484 w 12192000"/>
              <a:gd name="connsiteY130" fmla="*/ 186927 h 4939827"/>
              <a:gd name="connsiteX131" fmla="*/ 3761342 w 12192000"/>
              <a:gd name="connsiteY131" fmla="*/ 177474 h 4939827"/>
              <a:gd name="connsiteX132" fmla="*/ 3799748 w 12192000"/>
              <a:gd name="connsiteY132" fmla="*/ 167154 h 4939827"/>
              <a:gd name="connsiteX133" fmla="*/ 3922756 w 12192000"/>
              <a:gd name="connsiteY133" fmla="*/ 194044 h 4939827"/>
              <a:gd name="connsiteX134" fmla="*/ 4028476 w 12192000"/>
              <a:gd name="connsiteY134" fmla="*/ 223679 h 4939827"/>
              <a:gd name="connsiteX135" fmla="*/ 4191582 w 12192000"/>
              <a:gd name="connsiteY135" fmla="*/ 238952 h 4939827"/>
              <a:gd name="connsiteX136" fmla="*/ 4251024 w 12192000"/>
              <a:gd name="connsiteY136" fmla="*/ 240874 h 4939827"/>
              <a:gd name="connsiteX137" fmla="*/ 4355275 w 12192000"/>
              <a:gd name="connsiteY137" fmla="*/ 260205 h 4939827"/>
              <a:gd name="connsiteX138" fmla="*/ 4423807 w 12192000"/>
              <a:gd name="connsiteY138" fmla="*/ 270366 h 4939827"/>
              <a:gd name="connsiteX139" fmla="*/ 4558432 w 12192000"/>
              <a:gd name="connsiteY139" fmla="*/ 269194 h 4939827"/>
              <a:gd name="connsiteX140" fmla="*/ 4635061 w 12192000"/>
              <a:gd name="connsiteY140" fmla="*/ 280682 h 4939827"/>
              <a:gd name="connsiteX141" fmla="*/ 4807427 w 12192000"/>
              <a:gd name="connsiteY141" fmla="*/ 276835 h 4939827"/>
              <a:gd name="connsiteX142" fmla="*/ 5028933 w 12192000"/>
              <a:gd name="connsiteY142" fmla="*/ 183887 h 4939827"/>
              <a:gd name="connsiteX143" fmla="*/ 5093642 w 12192000"/>
              <a:gd name="connsiteY143" fmla="*/ 177214 h 4939827"/>
              <a:gd name="connsiteX144" fmla="*/ 5102642 w 12192000"/>
              <a:gd name="connsiteY144" fmla="*/ 186816 h 4939827"/>
              <a:gd name="connsiteX145" fmla="*/ 5193590 w 12192000"/>
              <a:gd name="connsiteY145" fmla="*/ 156458 h 4939827"/>
              <a:gd name="connsiteX146" fmla="*/ 5323922 w 12192000"/>
              <a:gd name="connsiteY146" fmla="*/ 146332 h 4939827"/>
              <a:gd name="connsiteX147" fmla="*/ 5421860 w 12192000"/>
              <a:gd name="connsiteY147" fmla="*/ 167298 h 4939827"/>
              <a:gd name="connsiteX148" fmla="*/ 5476948 w 12192000"/>
              <a:gd name="connsiteY148" fmla="*/ 173249 h 4939827"/>
              <a:gd name="connsiteX149" fmla="*/ 5516842 w 12192000"/>
              <a:gd name="connsiteY149" fmla="*/ 184018 h 4939827"/>
              <a:gd name="connsiteX150" fmla="*/ 5619415 w 12192000"/>
              <a:gd name="connsiteY150" fmla="*/ 176781 h 4939827"/>
              <a:gd name="connsiteX151" fmla="*/ 5789867 w 12192000"/>
              <a:gd name="connsiteY151" fmla="*/ 150304 h 4939827"/>
              <a:gd name="connsiteX152" fmla="*/ 5825953 w 12192000"/>
              <a:gd name="connsiteY152" fmla="*/ 147907 h 4939827"/>
              <a:gd name="connsiteX153" fmla="*/ 5856168 w 12192000"/>
              <a:gd name="connsiteY153" fmla="*/ 158719 h 4939827"/>
              <a:gd name="connsiteX154" fmla="*/ 5862476 w 12192000"/>
              <a:gd name="connsiteY154" fmla="*/ 172447 h 4939827"/>
              <a:gd name="connsiteX155" fmla="*/ 5882195 w 12192000"/>
              <a:gd name="connsiteY155" fmla="*/ 173195 h 4939827"/>
              <a:gd name="connsiteX156" fmla="*/ 5887271 w 12192000"/>
              <a:gd name="connsiteY156" fmla="*/ 176084 h 4939827"/>
              <a:gd name="connsiteX157" fmla="*/ 5921577 w 12192000"/>
              <a:gd name="connsiteY157" fmla="*/ 169858 h 4939827"/>
              <a:gd name="connsiteX158" fmla="*/ 5983240 w 12192000"/>
              <a:gd name="connsiteY158" fmla="*/ 152755 h 4939827"/>
              <a:gd name="connsiteX159" fmla="*/ 6152287 w 12192000"/>
              <a:gd name="connsiteY159" fmla="*/ 116736 h 4939827"/>
              <a:gd name="connsiteX160" fmla="*/ 6415830 w 12192000"/>
              <a:gd name="connsiteY160" fmla="*/ 136006 h 4939827"/>
              <a:gd name="connsiteX161" fmla="*/ 6756965 w 12192000"/>
              <a:gd name="connsiteY161" fmla="*/ 57636 h 4939827"/>
              <a:gd name="connsiteX162" fmla="*/ 6819400 w 12192000"/>
              <a:gd name="connsiteY162" fmla="*/ 30742 h 4939827"/>
              <a:gd name="connsiteX163" fmla="*/ 6986370 w 12192000"/>
              <a:gd name="connsiteY163" fmla="*/ 12659 h 4939827"/>
              <a:gd name="connsiteX164" fmla="*/ 6989536 w 12192000"/>
              <a:gd name="connsiteY164" fmla="*/ 14528 h 4939827"/>
              <a:gd name="connsiteX165" fmla="*/ 7015933 w 12192000"/>
              <a:gd name="connsiteY165" fmla="*/ 9653 h 4939827"/>
              <a:gd name="connsiteX166" fmla="*/ 7020592 w 12192000"/>
              <a:gd name="connsiteY166" fmla="*/ 1651 h 4939827"/>
              <a:gd name="connsiteX167" fmla="*/ 7025905 w 12192000"/>
              <a:gd name="connsiteY16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885389 w 12192000"/>
              <a:gd name="connsiteY114" fmla="*/ 255259 h 4939827"/>
              <a:gd name="connsiteX115" fmla="*/ 3030844 w 12192000"/>
              <a:gd name="connsiteY115" fmla="*/ 225861 h 4939827"/>
              <a:gd name="connsiteX116" fmla="*/ 3103677 w 12192000"/>
              <a:gd name="connsiteY116" fmla="*/ 209527 h 4939827"/>
              <a:gd name="connsiteX117" fmla="*/ 3126759 w 12192000"/>
              <a:gd name="connsiteY117" fmla="*/ 211226 h 4939827"/>
              <a:gd name="connsiteX118" fmla="*/ 3164020 w 12192000"/>
              <a:gd name="connsiteY118" fmla="*/ 212779 h 4939827"/>
              <a:gd name="connsiteX119" fmla="*/ 3285019 w 12192000"/>
              <a:gd name="connsiteY119" fmla="*/ 220535 h 4939827"/>
              <a:gd name="connsiteX120" fmla="*/ 3365154 w 12192000"/>
              <a:gd name="connsiteY120" fmla="*/ 226416 h 4939827"/>
              <a:gd name="connsiteX121" fmla="*/ 3367507 w 12192000"/>
              <a:gd name="connsiteY121" fmla="*/ 225416 h 4939827"/>
              <a:gd name="connsiteX122" fmla="*/ 3387567 w 12192000"/>
              <a:gd name="connsiteY122" fmla="*/ 227103 h 4939827"/>
              <a:gd name="connsiteX123" fmla="*/ 3498001 w 12192000"/>
              <a:gd name="connsiteY123" fmla="*/ 231941 h 4939827"/>
              <a:gd name="connsiteX124" fmla="*/ 3561557 w 12192000"/>
              <a:gd name="connsiteY124" fmla="*/ 228095 h 4939827"/>
              <a:gd name="connsiteX125" fmla="*/ 3611920 w 12192000"/>
              <a:gd name="connsiteY125" fmla="*/ 218094 h 4939827"/>
              <a:gd name="connsiteX126" fmla="*/ 3620528 w 12192000"/>
              <a:gd name="connsiteY126" fmla="*/ 218788 h 4939827"/>
              <a:gd name="connsiteX127" fmla="*/ 3620766 w 12192000"/>
              <a:gd name="connsiteY127" fmla="*/ 218511 h 4939827"/>
              <a:gd name="connsiteX128" fmla="*/ 3629977 w 12192000"/>
              <a:gd name="connsiteY128" fmla="*/ 218664 h 4939827"/>
              <a:gd name="connsiteX129" fmla="*/ 3636217 w 12192000"/>
              <a:gd name="connsiteY129" fmla="*/ 220048 h 4939827"/>
              <a:gd name="connsiteX130" fmla="*/ 3709484 w 12192000"/>
              <a:gd name="connsiteY130" fmla="*/ 186927 h 4939827"/>
              <a:gd name="connsiteX131" fmla="*/ 3761342 w 12192000"/>
              <a:gd name="connsiteY131" fmla="*/ 177474 h 4939827"/>
              <a:gd name="connsiteX132" fmla="*/ 3799748 w 12192000"/>
              <a:gd name="connsiteY132" fmla="*/ 167154 h 4939827"/>
              <a:gd name="connsiteX133" fmla="*/ 3922756 w 12192000"/>
              <a:gd name="connsiteY133" fmla="*/ 194044 h 4939827"/>
              <a:gd name="connsiteX134" fmla="*/ 4028476 w 12192000"/>
              <a:gd name="connsiteY134" fmla="*/ 223679 h 4939827"/>
              <a:gd name="connsiteX135" fmla="*/ 4191582 w 12192000"/>
              <a:gd name="connsiteY135" fmla="*/ 238952 h 4939827"/>
              <a:gd name="connsiteX136" fmla="*/ 4251024 w 12192000"/>
              <a:gd name="connsiteY136" fmla="*/ 240874 h 4939827"/>
              <a:gd name="connsiteX137" fmla="*/ 4355275 w 12192000"/>
              <a:gd name="connsiteY137" fmla="*/ 260205 h 4939827"/>
              <a:gd name="connsiteX138" fmla="*/ 4423807 w 12192000"/>
              <a:gd name="connsiteY138" fmla="*/ 270366 h 4939827"/>
              <a:gd name="connsiteX139" fmla="*/ 4558432 w 12192000"/>
              <a:gd name="connsiteY139" fmla="*/ 269194 h 4939827"/>
              <a:gd name="connsiteX140" fmla="*/ 4635061 w 12192000"/>
              <a:gd name="connsiteY140" fmla="*/ 280682 h 4939827"/>
              <a:gd name="connsiteX141" fmla="*/ 4807427 w 12192000"/>
              <a:gd name="connsiteY141" fmla="*/ 276835 h 4939827"/>
              <a:gd name="connsiteX142" fmla="*/ 5028933 w 12192000"/>
              <a:gd name="connsiteY142" fmla="*/ 183887 h 4939827"/>
              <a:gd name="connsiteX143" fmla="*/ 5093642 w 12192000"/>
              <a:gd name="connsiteY143" fmla="*/ 177214 h 4939827"/>
              <a:gd name="connsiteX144" fmla="*/ 5102642 w 12192000"/>
              <a:gd name="connsiteY144" fmla="*/ 186816 h 4939827"/>
              <a:gd name="connsiteX145" fmla="*/ 5193590 w 12192000"/>
              <a:gd name="connsiteY145" fmla="*/ 156458 h 4939827"/>
              <a:gd name="connsiteX146" fmla="*/ 5323922 w 12192000"/>
              <a:gd name="connsiteY146" fmla="*/ 146332 h 4939827"/>
              <a:gd name="connsiteX147" fmla="*/ 5421860 w 12192000"/>
              <a:gd name="connsiteY147" fmla="*/ 167298 h 4939827"/>
              <a:gd name="connsiteX148" fmla="*/ 5476948 w 12192000"/>
              <a:gd name="connsiteY148" fmla="*/ 173249 h 4939827"/>
              <a:gd name="connsiteX149" fmla="*/ 5516842 w 12192000"/>
              <a:gd name="connsiteY149" fmla="*/ 184018 h 4939827"/>
              <a:gd name="connsiteX150" fmla="*/ 5619415 w 12192000"/>
              <a:gd name="connsiteY150" fmla="*/ 176781 h 4939827"/>
              <a:gd name="connsiteX151" fmla="*/ 5789867 w 12192000"/>
              <a:gd name="connsiteY151" fmla="*/ 150304 h 4939827"/>
              <a:gd name="connsiteX152" fmla="*/ 5825953 w 12192000"/>
              <a:gd name="connsiteY152" fmla="*/ 147907 h 4939827"/>
              <a:gd name="connsiteX153" fmla="*/ 5856168 w 12192000"/>
              <a:gd name="connsiteY153" fmla="*/ 158719 h 4939827"/>
              <a:gd name="connsiteX154" fmla="*/ 5862476 w 12192000"/>
              <a:gd name="connsiteY154" fmla="*/ 172447 h 4939827"/>
              <a:gd name="connsiteX155" fmla="*/ 5882195 w 12192000"/>
              <a:gd name="connsiteY155" fmla="*/ 173195 h 4939827"/>
              <a:gd name="connsiteX156" fmla="*/ 5887271 w 12192000"/>
              <a:gd name="connsiteY156" fmla="*/ 176084 h 4939827"/>
              <a:gd name="connsiteX157" fmla="*/ 5921577 w 12192000"/>
              <a:gd name="connsiteY157" fmla="*/ 169858 h 4939827"/>
              <a:gd name="connsiteX158" fmla="*/ 5983240 w 12192000"/>
              <a:gd name="connsiteY158" fmla="*/ 152755 h 4939827"/>
              <a:gd name="connsiteX159" fmla="*/ 6152287 w 12192000"/>
              <a:gd name="connsiteY159" fmla="*/ 116736 h 4939827"/>
              <a:gd name="connsiteX160" fmla="*/ 6415830 w 12192000"/>
              <a:gd name="connsiteY160" fmla="*/ 136006 h 4939827"/>
              <a:gd name="connsiteX161" fmla="*/ 6756965 w 12192000"/>
              <a:gd name="connsiteY161" fmla="*/ 57636 h 4939827"/>
              <a:gd name="connsiteX162" fmla="*/ 6819400 w 12192000"/>
              <a:gd name="connsiteY162" fmla="*/ 30742 h 4939827"/>
              <a:gd name="connsiteX163" fmla="*/ 6986370 w 12192000"/>
              <a:gd name="connsiteY163" fmla="*/ 12659 h 4939827"/>
              <a:gd name="connsiteX164" fmla="*/ 6989536 w 12192000"/>
              <a:gd name="connsiteY164" fmla="*/ 14528 h 4939827"/>
              <a:gd name="connsiteX165" fmla="*/ 7015933 w 12192000"/>
              <a:gd name="connsiteY165" fmla="*/ 9653 h 4939827"/>
              <a:gd name="connsiteX166" fmla="*/ 7020592 w 12192000"/>
              <a:gd name="connsiteY166" fmla="*/ 1651 h 4939827"/>
              <a:gd name="connsiteX167" fmla="*/ 7025905 w 12192000"/>
              <a:gd name="connsiteY16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3030844 w 12192000"/>
              <a:gd name="connsiteY114" fmla="*/ 225861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54496 w 12192000"/>
              <a:gd name="connsiteY112" fmla="*/ 315431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62377 w 12192000"/>
              <a:gd name="connsiteY55" fmla="*/ 286635 h 4939827"/>
              <a:gd name="connsiteX56" fmla="*/ 9287089 w 12192000"/>
              <a:gd name="connsiteY56" fmla="*/ 303891 h 4939827"/>
              <a:gd name="connsiteX57" fmla="*/ 9371484 w 12192000"/>
              <a:gd name="connsiteY57" fmla="*/ 329634 h 4939827"/>
              <a:gd name="connsiteX58" fmla="*/ 9404829 w 12192000"/>
              <a:gd name="connsiteY58" fmla="*/ 339038 h 4939827"/>
              <a:gd name="connsiteX59" fmla="*/ 9427021 w 12192000"/>
              <a:gd name="connsiteY59" fmla="*/ 358784 h 4939827"/>
              <a:gd name="connsiteX60" fmla="*/ 9670844 w 12192000"/>
              <a:gd name="connsiteY60" fmla="*/ 405128 h 4939827"/>
              <a:gd name="connsiteX61" fmla="*/ 9816083 w 12192000"/>
              <a:gd name="connsiteY61" fmla="*/ 416573 h 4939827"/>
              <a:gd name="connsiteX62" fmla="*/ 9936741 w 12192000"/>
              <a:gd name="connsiteY62" fmla="*/ 437044 h 4939827"/>
              <a:gd name="connsiteX63" fmla="*/ 10050093 w 12192000"/>
              <a:gd name="connsiteY63" fmla="*/ 443783 h 4939827"/>
              <a:gd name="connsiteX64" fmla="*/ 10130090 w 12192000"/>
              <a:gd name="connsiteY64" fmla="*/ 459520 h 4939827"/>
              <a:gd name="connsiteX65" fmla="*/ 10173456 w 12192000"/>
              <a:gd name="connsiteY65" fmla="*/ 457749 h 4939827"/>
              <a:gd name="connsiteX66" fmla="*/ 10218232 w 12192000"/>
              <a:gd name="connsiteY66" fmla="*/ 459820 h 4939827"/>
              <a:gd name="connsiteX67" fmla="*/ 10354176 w 12192000"/>
              <a:gd name="connsiteY67" fmla="*/ 471377 h 4939827"/>
              <a:gd name="connsiteX68" fmla="*/ 10430681 w 12192000"/>
              <a:gd name="connsiteY68" fmla="*/ 481226 h 4939827"/>
              <a:gd name="connsiteX69" fmla="*/ 10478169 w 12192000"/>
              <a:gd name="connsiteY69" fmla="*/ 481774 h 4939827"/>
              <a:gd name="connsiteX70" fmla="*/ 10540907 w 12192000"/>
              <a:gd name="connsiteY70" fmla="*/ 485607 h 4939827"/>
              <a:gd name="connsiteX71" fmla="*/ 10614941 w 12192000"/>
              <a:gd name="connsiteY71" fmla="*/ 487592 h 4939827"/>
              <a:gd name="connsiteX72" fmla="*/ 10674098 w 12192000"/>
              <a:gd name="connsiteY72" fmla="*/ 521656 h 4939827"/>
              <a:gd name="connsiteX73" fmla="*/ 10874834 w 12192000"/>
              <a:gd name="connsiteY73" fmla="*/ 574867 h 4939827"/>
              <a:gd name="connsiteX74" fmla="*/ 10944981 w 12192000"/>
              <a:gd name="connsiteY74" fmla="*/ 615042 h 4939827"/>
              <a:gd name="connsiteX75" fmla="*/ 11006376 w 12192000"/>
              <a:gd name="connsiteY75" fmla="*/ 645957 h 4939827"/>
              <a:gd name="connsiteX76" fmla="*/ 11076308 w 12192000"/>
              <a:gd name="connsiteY76" fmla="*/ 675698 h 4939827"/>
              <a:gd name="connsiteX77" fmla="*/ 11148789 w 12192000"/>
              <a:gd name="connsiteY77" fmla="*/ 685041 h 4939827"/>
              <a:gd name="connsiteX78" fmla="*/ 11249129 w 12192000"/>
              <a:gd name="connsiteY78" fmla="*/ 684218 h 4939827"/>
              <a:gd name="connsiteX79" fmla="*/ 11299915 w 12192000"/>
              <a:gd name="connsiteY79" fmla="*/ 692177 h 4939827"/>
              <a:gd name="connsiteX80" fmla="*/ 11386973 w 12192000"/>
              <a:gd name="connsiteY80" fmla="*/ 708209 h 4939827"/>
              <a:gd name="connsiteX81" fmla="*/ 11500105 w 12192000"/>
              <a:gd name="connsiteY81" fmla="*/ 735014 h 4939827"/>
              <a:gd name="connsiteX82" fmla="*/ 11621735 w 12192000"/>
              <a:gd name="connsiteY82" fmla="*/ 789584 h 4939827"/>
              <a:gd name="connsiteX83" fmla="*/ 11691200 w 12192000"/>
              <a:gd name="connsiteY83" fmla="*/ 867902 h 4939827"/>
              <a:gd name="connsiteX84" fmla="*/ 11819427 w 12192000"/>
              <a:gd name="connsiteY84" fmla="*/ 911634 h 4939827"/>
              <a:gd name="connsiteX85" fmla="*/ 11969720 w 12192000"/>
              <a:gd name="connsiteY85" fmla="*/ 964737 h 4939827"/>
              <a:gd name="connsiteX86" fmla="*/ 12055766 w 12192000"/>
              <a:gd name="connsiteY86" fmla="*/ 991268 h 4939827"/>
              <a:gd name="connsiteX87" fmla="*/ 12171539 w 12192000"/>
              <a:gd name="connsiteY87" fmla="*/ 995427 h 4939827"/>
              <a:gd name="connsiteX88" fmla="*/ 12187831 w 12192000"/>
              <a:gd name="connsiteY88" fmla="*/ 996580 h 4939827"/>
              <a:gd name="connsiteX89" fmla="*/ 12192000 w 12192000"/>
              <a:gd name="connsiteY89" fmla="*/ 996726 h 4939827"/>
              <a:gd name="connsiteX90" fmla="*/ 12192000 w 12192000"/>
              <a:gd name="connsiteY90" fmla="*/ 4939827 h 4939827"/>
              <a:gd name="connsiteX91" fmla="*/ 0 w 12192000"/>
              <a:gd name="connsiteY91" fmla="*/ 4939827 h 4939827"/>
              <a:gd name="connsiteX92" fmla="*/ 0 w 12192000"/>
              <a:gd name="connsiteY92" fmla="*/ 512043 h 4939827"/>
              <a:gd name="connsiteX93" fmla="*/ 7381 w 12192000"/>
              <a:gd name="connsiteY93" fmla="*/ 512580 h 4939827"/>
              <a:gd name="connsiteX94" fmla="*/ 100029 w 12192000"/>
              <a:gd name="connsiteY94" fmla="*/ 504758 h 4939827"/>
              <a:gd name="connsiteX95" fmla="*/ 155244 w 12192000"/>
              <a:gd name="connsiteY95" fmla="*/ 525130 h 4939827"/>
              <a:gd name="connsiteX96" fmla="*/ 254366 w 12192000"/>
              <a:gd name="connsiteY96" fmla="*/ 534449 h 4939827"/>
              <a:gd name="connsiteX97" fmla="*/ 447292 w 12192000"/>
              <a:gd name="connsiteY97" fmla="*/ 542725 h 4939827"/>
              <a:gd name="connsiteX98" fmla="*/ 628105 w 12192000"/>
              <a:gd name="connsiteY98" fmla="*/ 547853 h 4939827"/>
              <a:gd name="connsiteX99" fmla="*/ 783146 w 12192000"/>
              <a:gd name="connsiteY99" fmla="*/ 591799 h 4939827"/>
              <a:gd name="connsiteX100" fmla="*/ 1043676 w 12192000"/>
              <a:gd name="connsiteY100" fmla="*/ 591887 h 4939827"/>
              <a:gd name="connsiteX101" fmla="*/ 1281816 w 12192000"/>
              <a:gd name="connsiteY101" fmla="*/ 520946 h 4939827"/>
              <a:gd name="connsiteX102" fmla="*/ 1486347 w 12192000"/>
              <a:gd name="connsiteY102" fmla="*/ 487310 h 4939827"/>
              <a:gd name="connsiteX103" fmla="*/ 1568079 w 12192000"/>
              <a:gd name="connsiteY103" fmla="*/ 462531 h 4939827"/>
              <a:gd name="connsiteX104" fmla="*/ 1622516 w 12192000"/>
              <a:gd name="connsiteY104" fmla="*/ 466058 h 4939827"/>
              <a:gd name="connsiteX105" fmla="*/ 1655457 w 12192000"/>
              <a:gd name="connsiteY105" fmla="*/ 465359 h 4939827"/>
              <a:gd name="connsiteX106" fmla="*/ 1717454 w 12192000"/>
              <a:gd name="connsiteY106" fmla="*/ 417203 h 4939827"/>
              <a:gd name="connsiteX107" fmla="*/ 1913794 w 12192000"/>
              <a:gd name="connsiteY107" fmla="*/ 365255 h 4939827"/>
              <a:gd name="connsiteX108" fmla="*/ 2129762 w 12192000"/>
              <a:gd name="connsiteY108" fmla="*/ 367832 h 4939827"/>
              <a:gd name="connsiteX109" fmla="*/ 2376970 w 12192000"/>
              <a:gd name="connsiteY109" fmla="*/ 350129 h 4939827"/>
              <a:gd name="connsiteX110" fmla="*/ 2480155 w 12192000"/>
              <a:gd name="connsiteY110" fmla="*/ 359227 h 4939827"/>
              <a:gd name="connsiteX111" fmla="*/ 2586782 w 12192000"/>
              <a:gd name="connsiteY111" fmla="*/ 339352 h 4939827"/>
              <a:gd name="connsiteX112" fmla="*/ 2679617 w 12192000"/>
              <a:gd name="connsiteY112" fmla="*/ 305383 h 4939827"/>
              <a:gd name="connsiteX113" fmla="*/ 2788947 w 12192000"/>
              <a:gd name="connsiteY113" fmla="*/ 250375 h 4939827"/>
              <a:gd name="connsiteX114" fmla="*/ 2965530 w 12192000"/>
              <a:gd name="connsiteY114" fmla="*/ 245958 h 4939827"/>
              <a:gd name="connsiteX115" fmla="*/ 3103677 w 12192000"/>
              <a:gd name="connsiteY115" fmla="*/ 209527 h 4939827"/>
              <a:gd name="connsiteX116" fmla="*/ 3126759 w 12192000"/>
              <a:gd name="connsiteY116" fmla="*/ 211226 h 4939827"/>
              <a:gd name="connsiteX117" fmla="*/ 3164020 w 12192000"/>
              <a:gd name="connsiteY117" fmla="*/ 212779 h 4939827"/>
              <a:gd name="connsiteX118" fmla="*/ 3285019 w 12192000"/>
              <a:gd name="connsiteY118" fmla="*/ 220535 h 4939827"/>
              <a:gd name="connsiteX119" fmla="*/ 3365154 w 12192000"/>
              <a:gd name="connsiteY119" fmla="*/ 226416 h 4939827"/>
              <a:gd name="connsiteX120" fmla="*/ 3367507 w 12192000"/>
              <a:gd name="connsiteY120" fmla="*/ 225416 h 4939827"/>
              <a:gd name="connsiteX121" fmla="*/ 3387567 w 12192000"/>
              <a:gd name="connsiteY121" fmla="*/ 227103 h 4939827"/>
              <a:gd name="connsiteX122" fmla="*/ 3498001 w 12192000"/>
              <a:gd name="connsiteY122" fmla="*/ 231941 h 4939827"/>
              <a:gd name="connsiteX123" fmla="*/ 3561557 w 12192000"/>
              <a:gd name="connsiteY123" fmla="*/ 228095 h 4939827"/>
              <a:gd name="connsiteX124" fmla="*/ 3611920 w 12192000"/>
              <a:gd name="connsiteY124" fmla="*/ 218094 h 4939827"/>
              <a:gd name="connsiteX125" fmla="*/ 3620528 w 12192000"/>
              <a:gd name="connsiteY125" fmla="*/ 218788 h 4939827"/>
              <a:gd name="connsiteX126" fmla="*/ 3620766 w 12192000"/>
              <a:gd name="connsiteY126" fmla="*/ 218511 h 4939827"/>
              <a:gd name="connsiteX127" fmla="*/ 3629977 w 12192000"/>
              <a:gd name="connsiteY127" fmla="*/ 218664 h 4939827"/>
              <a:gd name="connsiteX128" fmla="*/ 3636217 w 12192000"/>
              <a:gd name="connsiteY128" fmla="*/ 220048 h 4939827"/>
              <a:gd name="connsiteX129" fmla="*/ 3709484 w 12192000"/>
              <a:gd name="connsiteY129" fmla="*/ 186927 h 4939827"/>
              <a:gd name="connsiteX130" fmla="*/ 3761342 w 12192000"/>
              <a:gd name="connsiteY130" fmla="*/ 177474 h 4939827"/>
              <a:gd name="connsiteX131" fmla="*/ 3799748 w 12192000"/>
              <a:gd name="connsiteY131" fmla="*/ 167154 h 4939827"/>
              <a:gd name="connsiteX132" fmla="*/ 3922756 w 12192000"/>
              <a:gd name="connsiteY132" fmla="*/ 194044 h 4939827"/>
              <a:gd name="connsiteX133" fmla="*/ 4028476 w 12192000"/>
              <a:gd name="connsiteY133" fmla="*/ 223679 h 4939827"/>
              <a:gd name="connsiteX134" fmla="*/ 4191582 w 12192000"/>
              <a:gd name="connsiteY134" fmla="*/ 238952 h 4939827"/>
              <a:gd name="connsiteX135" fmla="*/ 4251024 w 12192000"/>
              <a:gd name="connsiteY135" fmla="*/ 240874 h 4939827"/>
              <a:gd name="connsiteX136" fmla="*/ 4355275 w 12192000"/>
              <a:gd name="connsiteY136" fmla="*/ 260205 h 4939827"/>
              <a:gd name="connsiteX137" fmla="*/ 4423807 w 12192000"/>
              <a:gd name="connsiteY137" fmla="*/ 270366 h 4939827"/>
              <a:gd name="connsiteX138" fmla="*/ 4558432 w 12192000"/>
              <a:gd name="connsiteY138" fmla="*/ 269194 h 4939827"/>
              <a:gd name="connsiteX139" fmla="*/ 4635061 w 12192000"/>
              <a:gd name="connsiteY139" fmla="*/ 280682 h 4939827"/>
              <a:gd name="connsiteX140" fmla="*/ 4807427 w 12192000"/>
              <a:gd name="connsiteY140" fmla="*/ 276835 h 4939827"/>
              <a:gd name="connsiteX141" fmla="*/ 5028933 w 12192000"/>
              <a:gd name="connsiteY141" fmla="*/ 183887 h 4939827"/>
              <a:gd name="connsiteX142" fmla="*/ 5093642 w 12192000"/>
              <a:gd name="connsiteY142" fmla="*/ 177214 h 4939827"/>
              <a:gd name="connsiteX143" fmla="*/ 5102642 w 12192000"/>
              <a:gd name="connsiteY143" fmla="*/ 186816 h 4939827"/>
              <a:gd name="connsiteX144" fmla="*/ 5193590 w 12192000"/>
              <a:gd name="connsiteY144" fmla="*/ 156458 h 4939827"/>
              <a:gd name="connsiteX145" fmla="*/ 5323922 w 12192000"/>
              <a:gd name="connsiteY145" fmla="*/ 146332 h 4939827"/>
              <a:gd name="connsiteX146" fmla="*/ 5421860 w 12192000"/>
              <a:gd name="connsiteY146" fmla="*/ 167298 h 4939827"/>
              <a:gd name="connsiteX147" fmla="*/ 5476948 w 12192000"/>
              <a:gd name="connsiteY147" fmla="*/ 173249 h 4939827"/>
              <a:gd name="connsiteX148" fmla="*/ 5516842 w 12192000"/>
              <a:gd name="connsiteY148" fmla="*/ 184018 h 4939827"/>
              <a:gd name="connsiteX149" fmla="*/ 5619415 w 12192000"/>
              <a:gd name="connsiteY149" fmla="*/ 176781 h 4939827"/>
              <a:gd name="connsiteX150" fmla="*/ 5789867 w 12192000"/>
              <a:gd name="connsiteY150" fmla="*/ 150304 h 4939827"/>
              <a:gd name="connsiteX151" fmla="*/ 5825953 w 12192000"/>
              <a:gd name="connsiteY151" fmla="*/ 147907 h 4939827"/>
              <a:gd name="connsiteX152" fmla="*/ 5856168 w 12192000"/>
              <a:gd name="connsiteY152" fmla="*/ 158719 h 4939827"/>
              <a:gd name="connsiteX153" fmla="*/ 5862476 w 12192000"/>
              <a:gd name="connsiteY153" fmla="*/ 172447 h 4939827"/>
              <a:gd name="connsiteX154" fmla="*/ 5882195 w 12192000"/>
              <a:gd name="connsiteY154" fmla="*/ 173195 h 4939827"/>
              <a:gd name="connsiteX155" fmla="*/ 5887271 w 12192000"/>
              <a:gd name="connsiteY155" fmla="*/ 176084 h 4939827"/>
              <a:gd name="connsiteX156" fmla="*/ 5921577 w 12192000"/>
              <a:gd name="connsiteY156" fmla="*/ 169858 h 4939827"/>
              <a:gd name="connsiteX157" fmla="*/ 5983240 w 12192000"/>
              <a:gd name="connsiteY157" fmla="*/ 152755 h 4939827"/>
              <a:gd name="connsiteX158" fmla="*/ 6152287 w 12192000"/>
              <a:gd name="connsiteY158" fmla="*/ 116736 h 4939827"/>
              <a:gd name="connsiteX159" fmla="*/ 6415830 w 12192000"/>
              <a:gd name="connsiteY159" fmla="*/ 136006 h 4939827"/>
              <a:gd name="connsiteX160" fmla="*/ 6756965 w 12192000"/>
              <a:gd name="connsiteY160" fmla="*/ 57636 h 4939827"/>
              <a:gd name="connsiteX161" fmla="*/ 6819400 w 12192000"/>
              <a:gd name="connsiteY161" fmla="*/ 30742 h 4939827"/>
              <a:gd name="connsiteX162" fmla="*/ 6986370 w 12192000"/>
              <a:gd name="connsiteY162" fmla="*/ 12659 h 4939827"/>
              <a:gd name="connsiteX163" fmla="*/ 6989536 w 12192000"/>
              <a:gd name="connsiteY163" fmla="*/ 14528 h 4939827"/>
              <a:gd name="connsiteX164" fmla="*/ 7015933 w 12192000"/>
              <a:gd name="connsiteY164" fmla="*/ 9653 h 4939827"/>
              <a:gd name="connsiteX165" fmla="*/ 7020592 w 12192000"/>
              <a:gd name="connsiteY165" fmla="*/ 1651 h 4939827"/>
              <a:gd name="connsiteX166" fmla="*/ 7025905 w 12192000"/>
              <a:gd name="connsiteY166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287089 w 12192000"/>
              <a:gd name="connsiteY55" fmla="*/ 303891 h 4939827"/>
              <a:gd name="connsiteX56" fmla="*/ 9371484 w 12192000"/>
              <a:gd name="connsiteY56" fmla="*/ 329634 h 4939827"/>
              <a:gd name="connsiteX57" fmla="*/ 9404829 w 12192000"/>
              <a:gd name="connsiteY57" fmla="*/ 339038 h 4939827"/>
              <a:gd name="connsiteX58" fmla="*/ 9427021 w 12192000"/>
              <a:gd name="connsiteY58" fmla="*/ 358784 h 4939827"/>
              <a:gd name="connsiteX59" fmla="*/ 9670844 w 12192000"/>
              <a:gd name="connsiteY59" fmla="*/ 405128 h 4939827"/>
              <a:gd name="connsiteX60" fmla="*/ 9816083 w 12192000"/>
              <a:gd name="connsiteY60" fmla="*/ 416573 h 4939827"/>
              <a:gd name="connsiteX61" fmla="*/ 9936741 w 12192000"/>
              <a:gd name="connsiteY61" fmla="*/ 437044 h 4939827"/>
              <a:gd name="connsiteX62" fmla="*/ 10050093 w 12192000"/>
              <a:gd name="connsiteY62" fmla="*/ 443783 h 4939827"/>
              <a:gd name="connsiteX63" fmla="*/ 10130090 w 12192000"/>
              <a:gd name="connsiteY63" fmla="*/ 459520 h 4939827"/>
              <a:gd name="connsiteX64" fmla="*/ 10173456 w 12192000"/>
              <a:gd name="connsiteY64" fmla="*/ 457749 h 4939827"/>
              <a:gd name="connsiteX65" fmla="*/ 10218232 w 12192000"/>
              <a:gd name="connsiteY65" fmla="*/ 459820 h 4939827"/>
              <a:gd name="connsiteX66" fmla="*/ 10354176 w 12192000"/>
              <a:gd name="connsiteY66" fmla="*/ 471377 h 4939827"/>
              <a:gd name="connsiteX67" fmla="*/ 10430681 w 12192000"/>
              <a:gd name="connsiteY67" fmla="*/ 481226 h 4939827"/>
              <a:gd name="connsiteX68" fmla="*/ 10478169 w 12192000"/>
              <a:gd name="connsiteY68" fmla="*/ 481774 h 4939827"/>
              <a:gd name="connsiteX69" fmla="*/ 10540907 w 12192000"/>
              <a:gd name="connsiteY69" fmla="*/ 485607 h 4939827"/>
              <a:gd name="connsiteX70" fmla="*/ 10614941 w 12192000"/>
              <a:gd name="connsiteY70" fmla="*/ 487592 h 4939827"/>
              <a:gd name="connsiteX71" fmla="*/ 10674098 w 12192000"/>
              <a:gd name="connsiteY71" fmla="*/ 521656 h 4939827"/>
              <a:gd name="connsiteX72" fmla="*/ 10874834 w 12192000"/>
              <a:gd name="connsiteY72" fmla="*/ 574867 h 4939827"/>
              <a:gd name="connsiteX73" fmla="*/ 10944981 w 12192000"/>
              <a:gd name="connsiteY73" fmla="*/ 615042 h 4939827"/>
              <a:gd name="connsiteX74" fmla="*/ 11006376 w 12192000"/>
              <a:gd name="connsiteY74" fmla="*/ 645957 h 4939827"/>
              <a:gd name="connsiteX75" fmla="*/ 11076308 w 12192000"/>
              <a:gd name="connsiteY75" fmla="*/ 675698 h 4939827"/>
              <a:gd name="connsiteX76" fmla="*/ 11148789 w 12192000"/>
              <a:gd name="connsiteY76" fmla="*/ 685041 h 4939827"/>
              <a:gd name="connsiteX77" fmla="*/ 11249129 w 12192000"/>
              <a:gd name="connsiteY77" fmla="*/ 684218 h 4939827"/>
              <a:gd name="connsiteX78" fmla="*/ 11299915 w 12192000"/>
              <a:gd name="connsiteY78" fmla="*/ 692177 h 4939827"/>
              <a:gd name="connsiteX79" fmla="*/ 11386973 w 12192000"/>
              <a:gd name="connsiteY79" fmla="*/ 708209 h 4939827"/>
              <a:gd name="connsiteX80" fmla="*/ 11500105 w 12192000"/>
              <a:gd name="connsiteY80" fmla="*/ 735014 h 4939827"/>
              <a:gd name="connsiteX81" fmla="*/ 11621735 w 12192000"/>
              <a:gd name="connsiteY81" fmla="*/ 789584 h 4939827"/>
              <a:gd name="connsiteX82" fmla="*/ 11691200 w 12192000"/>
              <a:gd name="connsiteY82" fmla="*/ 867902 h 4939827"/>
              <a:gd name="connsiteX83" fmla="*/ 11819427 w 12192000"/>
              <a:gd name="connsiteY83" fmla="*/ 911634 h 4939827"/>
              <a:gd name="connsiteX84" fmla="*/ 11969720 w 12192000"/>
              <a:gd name="connsiteY84" fmla="*/ 964737 h 4939827"/>
              <a:gd name="connsiteX85" fmla="*/ 12055766 w 12192000"/>
              <a:gd name="connsiteY85" fmla="*/ 991268 h 4939827"/>
              <a:gd name="connsiteX86" fmla="*/ 12171539 w 12192000"/>
              <a:gd name="connsiteY86" fmla="*/ 995427 h 4939827"/>
              <a:gd name="connsiteX87" fmla="*/ 12187831 w 12192000"/>
              <a:gd name="connsiteY87" fmla="*/ 996580 h 4939827"/>
              <a:gd name="connsiteX88" fmla="*/ 12192000 w 12192000"/>
              <a:gd name="connsiteY88" fmla="*/ 996726 h 4939827"/>
              <a:gd name="connsiteX89" fmla="*/ 12192000 w 12192000"/>
              <a:gd name="connsiteY89" fmla="*/ 4939827 h 4939827"/>
              <a:gd name="connsiteX90" fmla="*/ 0 w 12192000"/>
              <a:gd name="connsiteY90" fmla="*/ 4939827 h 4939827"/>
              <a:gd name="connsiteX91" fmla="*/ 0 w 12192000"/>
              <a:gd name="connsiteY91" fmla="*/ 512043 h 4939827"/>
              <a:gd name="connsiteX92" fmla="*/ 7381 w 12192000"/>
              <a:gd name="connsiteY92" fmla="*/ 512580 h 4939827"/>
              <a:gd name="connsiteX93" fmla="*/ 100029 w 12192000"/>
              <a:gd name="connsiteY93" fmla="*/ 504758 h 4939827"/>
              <a:gd name="connsiteX94" fmla="*/ 155244 w 12192000"/>
              <a:gd name="connsiteY94" fmla="*/ 525130 h 4939827"/>
              <a:gd name="connsiteX95" fmla="*/ 254366 w 12192000"/>
              <a:gd name="connsiteY95" fmla="*/ 534449 h 4939827"/>
              <a:gd name="connsiteX96" fmla="*/ 447292 w 12192000"/>
              <a:gd name="connsiteY96" fmla="*/ 542725 h 4939827"/>
              <a:gd name="connsiteX97" fmla="*/ 628105 w 12192000"/>
              <a:gd name="connsiteY97" fmla="*/ 547853 h 4939827"/>
              <a:gd name="connsiteX98" fmla="*/ 783146 w 12192000"/>
              <a:gd name="connsiteY98" fmla="*/ 591799 h 4939827"/>
              <a:gd name="connsiteX99" fmla="*/ 1043676 w 12192000"/>
              <a:gd name="connsiteY99" fmla="*/ 591887 h 4939827"/>
              <a:gd name="connsiteX100" fmla="*/ 1281816 w 12192000"/>
              <a:gd name="connsiteY100" fmla="*/ 520946 h 4939827"/>
              <a:gd name="connsiteX101" fmla="*/ 1486347 w 12192000"/>
              <a:gd name="connsiteY101" fmla="*/ 487310 h 4939827"/>
              <a:gd name="connsiteX102" fmla="*/ 1568079 w 12192000"/>
              <a:gd name="connsiteY102" fmla="*/ 462531 h 4939827"/>
              <a:gd name="connsiteX103" fmla="*/ 1622516 w 12192000"/>
              <a:gd name="connsiteY103" fmla="*/ 466058 h 4939827"/>
              <a:gd name="connsiteX104" fmla="*/ 1655457 w 12192000"/>
              <a:gd name="connsiteY104" fmla="*/ 465359 h 4939827"/>
              <a:gd name="connsiteX105" fmla="*/ 1717454 w 12192000"/>
              <a:gd name="connsiteY105" fmla="*/ 417203 h 4939827"/>
              <a:gd name="connsiteX106" fmla="*/ 1913794 w 12192000"/>
              <a:gd name="connsiteY106" fmla="*/ 365255 h 4939827"/>
              <a:gd name="connsiteX107" fmla="*/ 2129762 w 12192000"/>
              <a:gd name="connsiteY107" fmla="*/ 367832 h 4939827"/>
              <a:gd name="connsiteX108" fmla="*/ 2376970 w 12192000"/>
              <a:gd name="connsiteY108" fmla="*/ 350129 h 4939827"/>
              <a:gd name="connsiteX109" fmla="*/ 2480155 w 12192000"/>
              <a:gd name="connsiteY109" fmla="*/ 359227 h 4939827"/>
              <a:gd name="connsiteX110" fmla="*/ 2586782 w 12192000"/>
              <a:gd name="connsiteY110" fmla="*/ 339352 h 4939827"/>
              <a:gd name="connsiteX111" fmla="*/ 2679617 w 12192000"/>
              <a:gd name="connsiteY111" fmla="*/ 305383 h 4939827"/>
              <a:gd name="connsiteX112" fmla="*/ 2788947 w 12192000"/>
              <a:gd name="connsiteY112" fmla="*/ 250375 h 4939827"/>
              <a:gd name="connsiteX113" fmla="*/ 2965530 w 12192000"/>
              <a:gd name="connsiteY113" fmla="*/ 245958 h 4939827"/>
              <a:gd name="connsiteX114" fmla="*/ 3103677 w 12192000"/>
              <a:gd name="connsiteY114" fmla="*/ 209527 h 4939827"/>
              <a:gd name="connsiteX115" fmla="*/ 3126759 w 12192000"/>
              <a:gd name="connsiteY115" fmla="*/ 211226 h 4939827"/>
              <a:gd name="connsiteX116" fmla="*/ 3164020 w 12192000"/>
              <a:gd name="connsiteY116" fmla="*/ 212779 h 4939827"/>
              <a:gd name="connsiteX117" fmla="*/ 3285019 w 12192000"/>
              <a:gd name="connsiteY117" fmla="*/ 220535 h 4939827"/>
              <a:gd name="connsiteX118" fmla="*/ 3365154 w 12192000"/>
              <a:gd name="connsiteY118" fmla="*/ 226416 h 4939827"/>
              <a:gd name="connsiteX119" fmla="*/ 3367507 w 12192000"/>
              <a:gd name="connsiteY119" fmla="*/ 225416 h 4939827"/>
              <a:gd name="connsiteX120" fmla="*/ 3387567 w 12192000"/>
              <a:gd name="connsiteY120" fmla="*/ 227103 h 4939827"/>
              <a:gd name="connsiteX121" fmla="*/ 3498001 w 12192000"/>
              <a:gd name="connsiteY121" fmla="*/ 231941 h 4939827"/>
              <a:gd name="connsiteX122" fmla="*/ 3561557 w 12192000"/>
              <a:gd name="connsiteY122" fmla="*/ 228095 h 4939827"/>
              <a:gd name="connsiteX123" fmla="*/ 3611920 w 12192000"/>
              <a:gd name="connsiteY123" fmla="*/ 218094 h 4939827"/>
              <a:gd name="connsiteX124" fmla="*/ 3620528 w 12192000"/>
              <a:gd name="connsiteY124" fmla="*/ 218788 h 4939827"/>
              <a:gd name="connsiteX125" fmla="*/ 3620766 w 12192000"/>
              <a:gd name="connsiteY125" fmla="*/ 218511 h 4939827"/>
              <a:gd name="connsiteX126" fmla="*/ 3629977 w 12192000"/>
              <a:gd name="connsiteY126" fmla="*/ 218664 h 4939827"/>
              <a:gd name="connsiteX127" fmla="*/ 3636217 w 12192000"/>
              <a:gd name="connsiteY127" fmla="*/ 220048 h 4939827"/>
              <a:gd name="connsiteX128" fmla="*/ 3709484 w 12192000"/>
              <a:gd name="connsiteY128" fmla="*/ 186927 h 4939827"/>
              <a:gd name="connsiteX129" fmla="*/ 3761342 w 12192000"/>
              <a:gd name="connsiteY129" fmla="*/ 177474 h 4939827"/>
              <a:gd name="connsiteX130" fmla="*/ 3799748 w 12192000"/>
              <a:gd name="connsiteY130" fmla="*/ 167154 h 4939827"/>
              <a:gd name="connsiteX131" fmla="*/ 3922756 w 12192000"/>
              <a:gd name="connsiteY131" fmla="*/ 194044 h 4939827"/>
              <a:gd name="connsiteX132" fmla="*/ 4028476 w 12192000"/>
              <a:gd name="connsiteY132" fmla="*/ 223679 h 4939827"/>
              <a:gd name="connsiteX133" fmla="*/ 4191582 w 12192000"/>
              <a:gd name="connsiteY133" fmla="*/ 238952 h 4939827"/>
              <a:gd name="connsiteX134" fmla="*/ 4251024 w 12192000"/>
              <a:gd name="connsiteY134" fmla="*/ 240874 h 4939827"/>
              <a:gd name="connsiteX135" fmla="*/ 4355275 w 12192000"/>
              <a:gd name="connsiteY135" fmla="*/ 260205 h 4939827"/>
              <a:gd name="connsiteX136" fmla="*/ 4423807 w 12192000"/>
              <a:gd name="connsiteY136" fmla="*/ 270366 h 4939827"/>
              <a:gd name="connsiteX137" fmla="*/ 4558432 w 12192000"/>
              <a:gd name="connsiteY137" fmla="*/ 269194 h 4939827"/>
              <a:gd name="connsiteX138" fmla="*/ 4635061 w 12192000"/>
              <a:gd name="connsiteY138" fmla="*/ 280682 h 4939827"/>
              <a:gd name="connsiteX139" fmla="*/ 4807427 w 12192000"/>
              <a:gd name="connsiteY139" fmla="*/ 276835 h 4939827"/>
              <a:gd name="connsiteX140" fmla="*/ 5028933 w 12192000"/>
              <a:gd name="connsiteY140" fmla="*/ 183887 h 4939827"/>
              <a:gd name="connsiteX141" fmla="*/ 5093642 w 12192000"/>
              <a:gd name="connsiteY141" fmla="*/ 177214 h 4939827"/>
              <a:gd name="connsiteX142" fmla="*/ 5102642 w 12192000"/>
              <a:gd name="connsiteY142" fmla="*/ 186816 h 4939827"/>
              <a:gd name="connsiteX143" fmla="*/ 5193590 w 12192000"/>
              <a:gd name="connsiteY143" fmla="*/ 156458 h 4939827"/>
              <a:gd name="connsiteX144" fmla="*/ 5323922 w 12192000"/>
              <a:gd name="connsiteY144" fmla="*/ 146332 h 4939827"/>
              <a:gd name="connsiteX145" fmla="*/ 5421860 w 12192000"/>
              <a:gd name="connsiteY145" fmla="*/ 167298 h 4939827"/>
              <a:gd name="connsiteX146" fmla="*/ 5476948 w 12192000"/>
              <a:gd name="connsiteY146" fmla="*/ 173249 h 4939827"/>
              <a:gd name="connsiteX147" fmla="*/ 5516842 w 12192000"/>
              <a:gd name="connsiteY147" fmla="*/ 184018 h 4939827"/>
              <a:gd name="connsiteX148" fmla="*/ 5619415 w 12192000"/>
              <a:gd name="connsiteY148" fmla="*/ 176781 h 4939827"/>
              <a:gd name="connsiteX149" fmla="*/ 5789867 w 12192000"/>
              <a:gd name="connsiteY149" fmla="*/ 150304 h 4939827"/>
              <a:gd name="connsiteX150" fmla="*/ 5825953 w 12192000"/>
              <a:gd name="connsiteY150" fmla="*/ 147907 h 4939827"/>
              <a:gd name="connsiteX151" fmla="*/ 5856168 w 12192000"/>
              <a:gd name="connsiteY151" fmla="*/ 158719 h 4939827"/>
              <a:gd name="connsiteX152" fmla="*/ 5862476 w 12192000"/>
              <a:gd name="connsiteY152" fmla="*/ 172447 h 4939827"/>
              <a:gd name="connsiteX153" fmla="*/ 5882195 w 12192000"/>
              <a:gd name="connsiteY153" fmla="*/ 173195 h 4939827"/>
              <a:gd name="connsiteX154" fmla="*/ 5887271 w 12192000"/>
              <a:gd name="connsiteY154" fmla="*/ 176084 h 4939827"/>
              <a:gd name="connsiteX155" fmla="*/ 5921577 w 12192000"/>
              <a:gd name="connsiteY155" fmla="*/ 169858 h 4939827"/>
              <a:gd name="connsiteX156" fmla="*/ 5983240 w 12192000"/>
              <a:gd name="connsiteY156" fmla="*/ 152755 h 4939827"/>
              <a:gd name="connsiteX157" fmla="*/ 6152287 w 12192000"/>
              <a:gd name="connsiteY157" fmla="*/ 116736 h 4939827"/>
              <a:gd name="connsiteX158" fmla="*/ 6415830 w 12192000"/>
              <a:gd name="connsiteY158" fmla="*/ 136006 h 4939827"/>
              <a:gd name="connsiteX159" fmla="*/ 6756965 w 12192000"/>
              <a:gd name="connsiteY159" fmla="*/ 57636 h 4939827"/>
              <a:gd name="connsiteX160" fmla="*/ 6819400 w 12192000"/>
              <a:gd name="connsiteY160" fmla="*/ 30742 h 4939827"/>
              <a:gd name="connsiteX161" fmla="*/ 6986370 w 12192000"/>
              <a:gd name="connsiteY161" fmla="*/ 12659 h 4939827"/>
              <a:gd name="connsiteX162" fmla="*/ 6989536 w 12192000"/>
              <a:gd name="connsiteY162" fmla="*/ 14528 h 4939827"/>
              <a:gd name="connsiteX163" fmla="*/ 7015933 w 12192000"/>
              <a:gd name="connsiteY163" fmla="*/ 9653 h 4939827"/>
              <a:gd name="connsiteX164" fmla="*/ 7020592 w 12192000"/>
              <a:gd name="connsiteY164" fmla="*/ 1651 h 4939827"/>
              <a:gd name="connsiteX165" fmla="*/ 7025905 w 12192000"/>
              <a:gd name="connsiteY165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588044 w 12192000"/>
              <a:gd name="connsiteY13" fmla="*/ 110756 h 4939827"/>
              <a:gd name="connsiteX14" fmla="*/ 7732750 w 12192000"/>
              <a:gd name="connsiteY14" fmla="*/ 145456 h 4939827"/>
              <a:gd name="connsiteX15" fmla="*/ 7785900 w 12192000"/>
              <a:gd name="connsiteY15" fmla="*/ 154493 h 4939827"/>
              <a:gd name="connsiteX16" fmla="*/ 7877301 w 12192000"/>
              <a:gd name="connsiteY16" fmla="*/ 186153 h 4939827"/>
              <a:gd name="connsiteX17" fmla="*/ 7952584 w 12192000"/>
              <a:gd name="connsiteY17" fmla="*/ 170181 h 4939827"/>
              <a:gd name="connsiteX18" fmla="*/ 8009534 w 12192000"/>
              <a:gd name="connsiteY18" fmla="*/ 176441 h 4939827"/>
              <a:gd name="connsiteX19" fmla="*/ 8058681 w 12192000"/>
              <a:gd name="connsiteY19" fmla="*/ 219431 h 4939827"/>
              <a:gd name="connsiteX20" fmla="*/ 8126175 w 12192000"/>
              <a:gd name="connsiteY20" fmla="*/ 240005 h 4939827"/>
              <a:gd name="connsiteX21" fmla="*/ 8166439 w 12192000"/>
              <a:gd name="connsiteY21" fmla="*/ 252699 h 4939827"/>
              <a:gd name="connsiteX22" fmla="*/ 8281371 w 12192000"/>
              <a:gd name="connsiteY22" fmla="*/ 256875 h 4939827"/>
              <a:gd name="connsiteX23" fmla="*/ 8381609 w 12192000"/>
              <a:gd name="connsiteY23" fmla="*/ 240618 h 4939827"/>
              <a:gd name="connsiteX24" fmla="*/ 8406759 w 12192000"/>
              <a:gd name="connsiteY24" fmla="*/ 232517 h 4939827"/>
              <a:gd name="connsiteX25" fmla="*/ 8426506 w 12192000"/>
              <a:gd name="connsiteY25" fmla="*/ 241842 h 4939827"/>
              <a:gd name="connsiteX26" fmla="*/ 8427949 w 12192000"/>
              <a:gd name="connsiteY26" fmla="*/ 240981 h 4939827"/>
              <a:gd name="connsiteX27" fmla="*/ 8441468 w 12192000"/>
              <a:gd name="connsiteY27" fmla="*/ 241157 h 4939827"/>
              <a:gd name="connsiteX28" fmla="*/ 8565757 w 12192000"/>
              <a:gd name="connsiteY28" fmla="*/ 255317 h 4939827"/>
              <a:gd name="connsiteX29" fmla="*/ 8573171 w 12192000"/>
              <a:gd name="connsiteY29" fmla="*/ 258426 h 4939827"/>
              <a:gd name="connsiteX30" fmla="*/ 8573548 w 12192000"/>
              <a:gd name="connsiteY30" fmla="*/ 258241 h 4939827"/>
              <a:gd name="connsiteX31" fmla="*/ 8581827 w 12192000"/>
              <a:gd name="connsiteY31" fmla="*/ 261028 h 4939827"/>
              <a:gd name="connsiteX32" fmla="*/ 8586687 w 12192000"/>
              <a:gd name="connsiteY32" fmla="*/ 264089 h 4939827"/>
              <a:gd name="connsiteX33" fmla="*/ 8601067 w 12192000"/>
              <a:gd name="connsiteY33" fmla="*/ 270114 h 4939827"/>
              <a:gd name="connsiteX34" fmla="*/ 8672650 w 12192000"/>
              <a:gd name="connsiteY34" fmla="*/ 254821 h 4939827"/>
              <a:gd name="connsiteX35" fmla="*/ 8785543 w 12192000"/>
              <a:gd name="connsiteY35" fmla="*/ 263406 h 4939827"/>
              <a:gd name="connsiteX36" fmla="*/ 8830588 w 12192000"/>
              <a:gd name="connsiteY36" fmla="*/ 265483 h 4939827"/>
              <a:gd name="connsiteX37" fmla="*/ 8905142 w 12192000"/>
              <a:gd name="connsiteY37" fmla="*/ 264958 h 4939827"/>
              <a:gd name="connsiteX38" fmla="*/ 8968582 w 12192000"/>
              <a:gd name="connsiteY38" fmla="*/ 262728 h 4939827"/>
              <a:gd name="connsiteX39" fmla="*/ 8972994 w 12192000"/>
              <a:gd name="connsiteY39" fmla="*/ 263284 h 4939827"/>
              <a:gd name="connsiteX40" fmla="*/ 9004605 w 12192000"/>
              <a:gd name="connsiteY40" fmla="*/ 258041 h 4939827"/>
              <a:gd name="connsiteX41" fmla="*/ 9016165 w 12192000"/>
              <a:gd name="connsiteY41" fmla="*/ 261258 h 4939827"/>
              <a:gd name="connsiteX42" fmla="*/ 9043297 w 12192000"/>
              <a:gd name="connsiteY42" fmla="*/ 281547 h 4939827"/>
              <a:gd name="connsiteX43" fmla="*/ 9048315 w 12192000"/>
              <a:gd name="connsiteY43" fmla="*/ 279264 h 4939827"/>
              <a:gd name="connsiteX44" fmla="*/ 9054706 w 12192000"/>
              <a:gd name="connsiteY44" fmla="*/ 278538 h 4939827"/>
              <a:gd name="connsiteX45" fmla="*/ 9070919 w 12192000"/>
              <a:gd name="connsiteY45" fmla="*/ 281810 h 4939827"/>
              <a:gd name="connsiteX46" fmla="*/ 9076813 w 12192000"/>
              <a:gd name="connsiteY46" fmla="*/ 283909 h 4939827"/>
              <a:gd name="connsiteX47" fmla="*/ 9085871 w 12192000"/>
              <a:gd name="connsiteY47" fmla="*/ 285133 h 4939827"/>
              <a:gd name="connsiteX48" fmla="*/ 9086159 w 12192000"/>
              <a:gd name="connsiteY48" fmla="*/ 284887 h 4939827"/>
              <a:gd name="connsiteX49" fmla="*/ 9134606 w 12192000"/>
              <a:gd name="connsiteY49" fmla="*/ 288168 h 4939827"/>
              <a:gd name="connsiteX50" fmla="*/ 9195590 w 12192000"/>
              <a:gd name="connsiteY50" fmla="*/ 279568 h 4939827"/>
              <a:gd name="connsiteX51" fmla="*/ 9219336 w 12192000"/>
              <a:gd name="connsiteY51" fmla="*/ 278133 h 4939827"/>
              <a:gd name="connsiteX52" fmla="*/ 9232362 w 12192000"/>
              <a:gd name="connsiteY52" fmla="*/ 275894 h 4939827"/>
              <a:gd name="connsiteX53" fmla="*/ 9233396 w 12192000"/>
              <a:gd name="connsiteY53" fmla="*/ 274803 h 4939827"/>
              <a:gd name="connsiteX54" fmla="*/ 9256213 w 12192000"/>
              <a:gd name="connsiteY54" fmla="*/ 281576 h 4939827"/>
              <a:gd name="connsiteX55" fmla="*/ 9371484 w 12192000"/>
              <a:gd name="connsiteY55" fmla="*/ 329634 h 4939827"/>
              <a:gd name="connsiteX56" fmla="*/ 9404829 w 12192000"/>
              <a:gd name="connsiteY56" fmla="*/ 339038 h 4939827"/>
              <a:gd name="connsiteX57" fmla="*/ 9427021 w 12192000"/>
              <a:gd name="connsiteY57" fmla="*/ 358784 h 4939827"/>
              <a:gd name="connsiteX58" fmla="*/ 9670844 w 12192000"/>
              <a:gd name="connsiteY58" fmla="*/ 405128 h 4939827"/>
              <a:gd name="connsiteX59" fmla="*/ 9816083 w 12192000"/>
              <a:gd name="connsiteY59" fmla="*/ 416573 h 4939827"/>
              <a:gd name="connsiteX60" fmla="*/ 9936741 w 12192000"/>
              <a:gd name="connsiteY60" fmla="*/ 437044 h 4939827"/>
              <a:gd name="connsiteX61" fmla="*/ 10050093 w 12192000"/>
              <a:gd name="connsiteY61" fmla="*/ 443783 h 4939827"/>
              <a:gd name="connsiteX62" fmla="*/ 10130090 w 12192000"/>
              <a:gd name="connsiteY62" fmla="*/ 459520 h 4939827"/>
              <a:gd name="connsiteX63" fmla="*/ 10173456 w 12192000"/>
              <a:gd name="connsiteY63" fmla="*/ 457749 h 4939827"/>
              <a:gd name="connsiteX64" fmla="*/ 10218232 w 12192000"/>
              <a:gd name="connsiteY64" fmla="*/ 459820 h 4939827"/>
              <a:gd name="connsiteX65" fmla="*/ 10354176 w 12192000"/>
              <a:gd name="connsiteY65" fmla="*/ 471377 h 4939827"/>
              <a:gd name="connsiteX66" fmla="*/ 10430681 w 12192000"/>
              <a:gd name="connsiteY66" fmla="*/ 481226 h 4939827"/>
              <a:gd name="connsiteX67" fmla="*/ 10478169 w 12192000"/>
              <a:gd name="connsiteY67" fmla="*/ 481774 h 4939827"/>
              <a:gd name="connsiteX68" fmla="*/ 10540907 w 12192000"/>
              <a:gd name="connsiteY68" fmla="*/ 485607 h 4939827"/>
              <a:gd name="connsiteX69" fmla="*/ 10614941 w 12192000"/>
              <a:gd name="connsiteY69" fmla="*/ 487592 h 4939827"/>
              <a:gd name="connsiteX70" fmla="*/ 10674098 w 12192000"/>
              <a:gd name="connsiteY70" fmla="*/ 521656 h 4939827"/>
              <a:gd name="connsiteX71" fmla="*/ 10874834 w 12192000"/>
              <a:gd name="connsiteY71" fmla="*/ 574867 h 4939827"/>
              <a:gd name="connsiteX72" fmla="*/ 10944981 w 12192000"/>
              <a:gd name="connsiteY72" fmla="*/ 615042 h 4939827"/>
              <a:gd name="connsiteX73" fmla="*/ 11006376 w 12192000"/>
              <a:gd name="connsiteY73" fmla="*/ 645957 h 4939827"/>
              <a:gd name="connsiteX74" fmla="*/ 11076308 w 12192000"/>
              <a:gd name="connsiteY74" fmla="*/ 675698 h 4939827"/>
              <a:gd name="connsiteX75" fmla="*/ 11148789 w 12192000"/>
              <a:gd name="connsiteY75" fmla="*/ 685041 h 4939827"/>
              <a:gd name="connsiteX76" fmla="*/ 11249129 w 12192000"/>
              <a:gd name="connsiteY76" fmla="*/ 684218 h 4939827"/>
              <a:gd name="connsiteX77" fmla="*/ 11299915 w 12192000"/>
              <a:gd name="connsiteY77" fmla="*/ 692177 h 4939827"/>
              <a:gd name="connsiteX78" fmla="*/ 11386973 w 12192000"/>
              <a:gd name="connsiteY78" fmla="*/ 708209 h 4939827"/>
              <a:gd name="connsiteX79" fmla="*/ 11500105 w 12192000"/>
              <a:gd name="connsiteY79" fmla="*/ 735014 h 4939827"/>
              <a:gd name="connsiteX80" fmla="*/ 11621735 w 12192000"/>
              <a:gd name="connsiteY80" fmla="*/ 789584 h 4939827"/>
              <a:gd name="connsiteX81" fmla="*/ 11691200 w 12192000"/>
              <a:gd name="connsiteY81" fmla="*/ 867902 h 4939827"/>
              <a:gd name="connsiteX82" fmla="*/ 11819427 w 12192000"/>
              <a:gd name="connsiteY82" fmla="*/ 911634 h 4939827"/>
              <a:gd name="connsiteX83" fmla="*/ 11969720 w 12192000"/>
              <a:gd name="connsiteY83" fmla="*/ 964737 h 4939827"/>
              <a:gd name="connsiteX84" fmla="*/ 12055766 w 12192000"/>
              <a:gd name="connsiteY84" fmla="*/ 991268 h 4939827"/>
              <a:gd name="connsiteX85" fmla="*/ 12171539 w 12192000"/>
              <a:gd name="connsiteY85" fmla="*/ 995427 h 4939827"/>
              <a:gd name="connsiteX86" fmla="*/ 12187831 w 12192000"/>
              <a:gd name="connsiteY86" fmla="*/ 996580 h 4939827"/>
              <a:gd name="connsiteX87" fmla="*/ 12192000 w 12192000"/>
              <a:gd name="connsiteY87" fmla="*/ 996726 h 4939827"/>
              <a:gd name="connsiteX88" fmla="*/ 12192000 w 12192000"/>
              <a:gd name="connsiteY88" fmla="*/ 4939827 h 4939827"/>
              <a:gd name="connsiteX89" fmla="*/ 0 w 12192000"/>
              <a:gd name="connsiteY89" fmla="*/ 4939827 h 4939827"/>
              <a:gd name="connsiteX90" fmla="*/ 0 w 12192000"/>
              <a:gd name="connsiteY90" fmla="*/ 512043 h 4939827"/>
              <a:gd name="connsiteX91" fmla="*/ 7381 w 12192000"/>
              <a:gd name="connsiteY91" fmla="*/ 512580 h 4939827"/>
              <a:gd name="connsiteX92" fmla="*/ 100029 w 12192000"/>
              <a:gd name="connsiteY92" fmla="*/ 504758 h 4939827"/>
              <a:gd name="connsiteX93" fmla="*/ 155244 w 12192000"/>
              <a:gd name="connsiteY93" fmla="*/ 525130 h 4939827"/>
              <a:gd name="connsiteX94" fmla="*/ 254366 w 12192000"/>
              <a:gd name="connsiteY94" fmla="*/ 534449 h 4939827"/>
              <a:gd name="connsiteX95" fmla="*/ 447292 w 12192000"/>
              <a:gd name="connsiteY95" fmla="*/ 542725 h 4939827"/>
              <a:gd name="connsiteX96" fmla="*/ 628105 w 12192000"/>
              <a:gd name="connsiteY96" fmla="*/ 547853 h 4939827"/>
              <a:gd name="connsiteX97" fmla="*/ 783146 w 12192000"/>
              <a:gd name="connsiteY97" fmla="*/ 591799 h 4939827"/>
              <a:gd name="connsiteX98" fmla="*/ 1043676 w 12192000"/>
              <a:gd name="connsiteY98" fmla="*/ 591887 h 4939827"/>
              <a:gd name="connsiteX99" fmla="*/ 1281816 w 12192000"/>
              <a:gd name="connsiteY99" fmla="*/ 520946 h 4939827"/>
              <a:gd name="connsiteX100" fmla="*/ 1486347 w 12192000"/>
              <a:gd name="connsiteY100" fmla="*/ 487310 h 4939827"/>
              <a:gd name="connsiteX101" fmla="*/ 1568079 w 12192000"/>
              <a:gd name="connsiteY101" fmla="*/ 462531 h 4939827"/>
              <a:gd name="connsiteX102" fmla="*/ 1622516 w 12192000"/>
              <a:gd name="connsiteY102" fmla="*/ 466058 h 4939827"/>
              <a:gd name="connsiteX103" fmla="*/ 1655457 w 12192000"/>
              <a:gd name="connsiteY103" fmla="*/ 465359 h 4939827"/>
              <a:gd name="connsiteX104" fmla="*/ 1717454 w 12192000"/>
              <a:gd name="connsiteY104" fmla="*/ 417203 h 4939827"/>
              <a:gd name="connsiteX105" fmla="*/ 1913794 w 12192000"/>
              <a:gd name="connsiteY105" fmla="*/ 365255 h 4939827"/>
              <a:gd name="connsiteX106" fmla="*/ 2129762 w 12192000"/>
              <a:gd name="connsiteY106" fmla="*/ 367832 h 4939827"/>
              <a:gd name="connsiteX107" fmla="*/ 2376970 w 12192000"/>
              <a:gd name="connsiteY107" fmla="*/ 350129 h 4939827"/>
              <a:gd name="connsiteX108" fmla="*/ 2480155 w 12192000"/>
              <a:gd name="connsiteY108" fmla="*/ 359227 h 4939827"/>
              <a:gd name="connsiteX109" fmla="*/ 2586782 w 12192000"/>
              <a:gd name="connsiteY109" fmla="*/ 339352 h 4939827"/>
              <a:gd name="connsiteX110" fmla="*/ 2679617 w 12192000"/>
              <a:gd name="connsiteY110" fmla="*/ 305383 h 4939827"/>
              <a:gd name="connsiteX111" fmla="*/ 2788947 w 12192000"/>
              <a:gd name="connsiteY111" fmla="*/ 250375 h 4939827"/>
              <a:gd name="connsiteX112" fmla="*/ 2965530 w 12192000"/>
              <a:gd name="connsiteY112" fmla="*/ 245958 h 4939827"/>
              <a:gd name="connsiteX113" fmla="*/ 3103677 w 12192000"/>
              <a:gd name="connsiteY113" fmla="*/ 209527 h 4939827"/>
              <a:gd name="connsiteX114" fmla="*/ 3126759 w 12192000"/>
              <a:gd name="connsiteY114" fmla="*/ 211226 h 4939827"/>
              <a:gd name="connsiteX115" fmla="*/ 3164020 w 12192000"/>
              <a:gd name="connsiteY115" fmla="*/ 212779 h 4939827"/>
              <a:gd name="connsiteX116" fmla="*/ 3285019 w 12192000"/>
              <a:gd name="connsiteY116" fmla="*/ 220535 h 4939827"/>
              <a:gd name="connsiteX117" fmla="*/ 3365154 w 12192000"/>
              <a:gd name="connsiteY117" fmla="*/ 226416 h 4939827"/>
              <a:gd name="connsiteX118" fmla="*/ 3367507 w 12192000"/>
              <a:gd name="connsiteY118" fmla="*/ 225416 h 4939827"/>
              <a:gd name="connsiteX119" fmla="*/ 3387567 w 12192000"/>
              <a:gd name="connsiteY119" fmla="*/ 227103 h 4939827"/>
              <a:gd name="connsiteX120" fmla="*/ 3498001 w 12192000"/>
              <a:gd name="connsiteY120" fmla="*/ 231941 h 4939827"/>
              <a:gd name="connsiteX121" fmla="*/ 3561557 w 12192000"/>
              <a:gd name="connsiteY121" fmla="*/ 228095 h 4939827"/>
              <a:gd name="connsiteX122" fmla="*/ 3611920 w 12192000"/>
              <a:gd name="connsiteY122" fmla="*/ 218094 h 4939827"/>
              <a:gd name="connsiteX123" fmla="*/ 3620528 w 12192000"/>
              <a:gd name="connsiteY123" fmla="*/ 218788 h 4939827"/>
              <a:gd name="connsiteX124" fmla="*/ 3620766 w 12192000"/>
              <a:gd name="connsiteY124" fmla="*/ 218511 h 4939827"/>
              <a:gd name="connsiteX125" fmla="*/ 3629977 w 12192000"/>
              <a:gd name="connsiteY125" fmla="*/ 218664 h 4939827"/>
              <a:gd name="connsiteX126" fmla="*/ 3636217 w 12192000"/>
              <a:gd name="connsiteY126" fmla="*/ 220048 h 4939827"/>
              <a:gd name="connsiteX127" fmla="*/ 3709484 w 12192000"/>
              <a:gd name="connsiteY127" fmla="*/ 186927 h 4939827"/>
              <a:gd name="connsiteX128" fmla="*/ 3761342 w 12192000"/>
              <a:gd name="connsiteY128" fmla="*/ 177474 h 4939827"/>
              <a:gd name="connsiteX129" fmla="*/ 3799748 w 12192000"/>
              <a:gd name="connsiteY129" fmla="*/ 167154 h 4939827"/>
              <a:gd name="connsiteX130" fmla="*/ 3922756 w 12192000"/>
              <a:gd name="connsiteY130" fmla="*/ 194044 h 4939827"/>
              <a:gd name="connsiteX131" fmla="*/ 4028476 w 12192000"/>
              <a:gd name="connsiteY131" fmla="*/ 223679 h 4939827"/>
              <a:gd name="connsiteX132" fmla="*/ 4191582 w 12192000"/>
              <a:gd name="connsiteY132" fmla="*/ 238952 h 4939827"/>
              <a:gd name="connsiteX133" fmla="*/ 4251024 w 12192000"/>
              <a:gd name="connsiteY133" fmla="*/ 240874 h 4939827"/>
              <a:gd name="connsiteX134" fmla="*/ 4355275 w 12192000"/>
              <a:gd name="connsiteY134" fmla="*/ 260205 h 4939827"/>
              <a:gd name="connsiteX135" fmla="*/ 4423807 w 12192000"/>
              <a:gd name="connsiteY135" fmla="*/ 270366 h 4939827"/>
              <a:gd name="connsiteX136" fmla="*/ 4558432 w 12192000"/>
              <a:gd name="connsiteY136" fmla="*/ 269194 h 4939827"/>
              <a:gd name="connsiteX137" fmla="*/ 4635061 w 12192000"/>
              <a:gd name="connsiteY137" fmla="*/ 280682 h 4939827"/>
              <a:gd name="connsiteX138" fmla="*/ 4807427 w 12192000"/>
              <a:gd name="connsiteY138" fmla="*/ 276835 h 4939827"/>
              <a:gd name="connsiteX139" fmla="*/ 5028933 w 12192000"/>
              <a:gd name="connsiteY139" fmla="*/ 183887 h 4939827"/>
              <a:gd name="connsiteX140" fmla="*/ 5093642 w 12192000"/>
              <a:gd name="connsiteY140" fmla="*/ 177214 h 4939827"/>
              <a:gd name="connsiteX141" fmla="*/ 5102642 w 12192000"/>
              <a:gd name="connsiteY141" fmla="*/ 186816 h 4939827"/>
              <a:gd name="connsiteX142" fmla="*/ 5193590 w 12192000"/>
              <a:gd name="connsiteY142" fmla="*/ 156458 h 4939827"/>
              <a:gd name="connsiteX143" fmla="*/ 5323922 w 12192000"/>
              <a:gd name="connsiteY143" fmla="*/ 146332 h 4939827"/>
              <a:gd name="connsiteX144" fmla="*/ 5421860 w 12192000"/>
              <a:gd name="connsiteY144" fmla="*/ 167298 h 4939827"/>
              <a:gd name="connsiteX145" fmla="*/ 5476948 w 12192000"/>
              <a:gd name="connsiteY145" fmla="*/ 173249 h 4939827"/>
              <a:gd name="connsiteX146" fmla="*/ 5516842 w 12192000"/>
              <a:gd name="connsiteY146" fmla="*/ 184018 h 4939827"/>
              <a:gd name="connsiteX147" fmla="*/ 5619415 w 12192000"/>
              <a:gd name="connsiteY147" fmla="*/ 176781 h 4939827"/>
              <a:gd name="connsiteX148" fmla="*/ 5789867 w 12192000"/>
              <a:gd name="connsiteY148" fmla="*/ 150304 h 4939827"/>
              <a:gd name="connsiteX149" fmla="*/ 5825953 w 12192000"/>
              <a:gd name="connsiteY149" fmla="*/ 147907 h 4939827"/>
              <a:gd name="connsiteX150" fmla="*/ 5856168 w 12192000"/>
              <a:gd name="connsiteY150" fmla="*/ 158719 h 4939827"/>
              <a:gd name="connsiteX151" fmla="*/ 5862476 w 12192000"/>
              <a:gd name="connsiteY151" fmla="*/ 172447 h 4939827"/>
              <a:gd name="connsiteX152" fmla="*/ 5882195 w 12192000"/>
              <a:gd name="connsiteY152" fmla="*/ 173195 h 4939827"/>
              <a:gd name="connsiteX153" fmla="*/ 5887271 w 12192000"/>
              <a:gd name="connsiteY153" fmla="*/ 176084 h 4939827"/>
              <a:gd name="connsiteX154" fmla="*/ 5921577 w 12192000"/>
              <a:gd name="connsiteY154" fmla="*/ 169858 h 4939827"/>
              <a:gd name="connsiteX155" fmla="*/ 5983240 w 12192000"/>
              <a:gd name="connsiteY155" fmla="*/ 152755 h 4939827"/>
              <a:gd name="connsiteX156" fmla="*/ 6152287 w 12192000"/>
              <a:gd name="connsiteY156" fmla="*/ 116736 h 4939827"/>
              <a:gd name="connsiteX157" fmla="*/ 6415830 w 12192000"/>
              <a:gd name="connsiteY157" fmla="*/ 136006 h 4939827"/>
              <a:gd name="connsiteX158" fmla="*/ 6756965 w 12192000"/>
              <a:gd name="connsiteY158" fmla="*/ 57636 h 4939827"/>
              <a:gd name="connsiteX159" fmla="*/ 6819400 w 12192000"/>
              <a:gd name="connsiteY159" fmla="*/ 30742 h 4939827"/>
              <a:gd name="connsiteX160" fmla="*/ 6986370 w 12192000"/>
              <a:gd name="connsiteY160" fmla="*/ 12659 h 4939827"/>
              <a:gd name="connsiteX161" fmla="*/ 6989536 w 12192000"/>
              <a:gd name="connsiteY161" fmla="*/ 14528 h 4939827"/>
              <a:gd name="connsiteX162" fmla="*/ 7015933 w 12192000"/>
              <a:gd name="connsiteY162" fmla="*/ 9653 h 4939827"/>
              <a:gd name="connsiteX163" fmla="*/ 7020592 w 12192000"/>
              <a:gd name="connsiteY163" fmla="*/ 1651 h 4939827"/>
              <a:gd name="connsiteX164" fmla="*/ 7025905 w 12192000"/>
              <a:gd name="connsiteY164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877301 w 12192000"/>
              <a:gd name="connsiteY15" fmla="*/ 186153 h 4939827"/>
              <a:gd name="connsiteX16" fmla="*/ 7952584 w 12192000"/>
              <a:gd name="connsiteY16" fmla="*/ 170181 h 4939827"/>
              <a:gd name="connsiteX17" fmla="*/ 8009534 w 12192000"/>
              <a:gd name="connsiteY17" fmla="*/ 176441 h 4939827"/>
              <a:gd name="connsiteX18" fmla="*/ 8058681 w 12192000"/>
              <a:gd name="connsiteY18" fmla="*/ 219431 h 4939827"/>
              <a:gd name="connsiteX19" fmla="*/ 8126175 w 12192000"/>
              <a:gd name="connsiteY19" fmla="*/ 240005 h 4939827"/>
              <a:gd name="connsiteX20" fmla="*/ 8166439 w 12192000"/>
              <a:gd name="connsiteY20" fmla="*/ 252699 h 4939827"/>
              <a:gd name="connsiteX21" fmla="*/ 8281371 w 12192000"/>
              <a:gd name="connsiteY21" fmla="*/ 256875 h 4939827"/>
              <a:gd name="connsiteX22" fmla="*/ 8381609 w 12192000"/>
              <a:gd name="connsiteY22" fmla="*/ 240618 h 4939827"/>
              <a:gd name="connsiteX23" fmla="*/ 8406759 w 12192000"/>
              <a:gd name="connsiteY23" fmla="*/ 232517 h 4939827"/>
              <a:gd name="connsiteX24" fmla="*/ 8426506 w 12192000"/>
              <a:gd name="connsiteY24" fmla="*/ 241842 h 4939827"/>
              <a:gd name="connsiteX25" fmla="*/ 8427949 w 12192000"/>
              <a:gd name="connsiteY25" fmla="*/ 240981 h 4939827"/>
              <a:gd name="connsiteX26" fmla="*/ 8441468 w 12192000"/>
              <a:gd name="connsiteY26" fmla="*/ 241157 h 4939827"/>
              <a:gd name="connsiteX27" fmla="*/ 8565757 w 12192000"/>
              <a:gd name="connsiteY27" fmla="*/ 255317 h 4939827"/>
              <a:gd name="connsiteX28" fmla="*/ 8573171 w 12192000"/>
              <a:gd name="connsiteY28" fmla="*/ 258426 h 4939827"/>
              <a:gd name="connsiteX29" fmla="*/ 8573548 w 12192000"/>
              <a:gd name="connsiteY29" fmla="*/ 258241 h 4939827"/>
              <a:gd name="connsiteX30" fmla="*/ 8581827 w 12192000"/>
              <a:gd name="connsiteY30" fmla="*/ 261028 h 4939827"/>
              <a:gd name="connsiteX31" fmla="*/ 8586687 w 12192000"/>
              <a:gd name="connsiteY31" fmla="*/ 264089 h 4939827"/>
              <a:gd name="connsiteX32" fmla="*/ 8601067 w 12192000"/>
              <a:gd name="connsiteY32" fmla="*/ 270114 h 4939827"/>
              <a:gd name="connsiteX33" fmla="*/ 8672650 w 12192000"/>
              <a:gd name="connsiteY33" fmla="*/ 254821 h 4939827"/>
              <a:gd name="connsiteX34" fmla="*/ 8785543 w 12192000"/>
              <a:gd name="connsiteY34" fmla="*/ 263406 h 4939827"/>
              <a:gd name="connsiteX35" fmla="*/ 8830588 w 12192000"/>
              <a:gd name="connsiteY35" fmla="*/ 265483 h 4939827"/>
              <a:gd name="connsiteX36" fmla="*/ 8905142 w 12192000"/>
              <a:gd name="connsiteY36" fmla="*/ 264958 h 4939827"/>
              <a:gd name="connsiteX37" fmla="*/ 8968582 w 12192000"/>
              <a:gd name="connsiteY37" fmla="*/ 262728 h 4939827"/>
              <a:gd name="connsiteX38" fmla="*/ 8972994 w 12192000"/>
              <a:gd name="connsiteY38" fmla="*/ 263284 h 4939827"/>
              <a:gd name="connsiteX39" fmla="*/ 9004605 w 12192000"/>
              <a:gd name="connsiteY39" fmla="*/ 258041 h 4939827"/>
              <a:gd name="connsiteX40" fmla="*/ 9016165 w 12192000"/>
              <a:gd name="connsiteY40" fmla="*/ 261258 h 4939827"/>
              <a:gd name="connsiteX41" fmla="*/ 9043297 w 12192000"/>
              <a:gd name="connsiteY41" fmla="*/ 281547 h 4939827"/>
              <a:gd name="connsiteX42" fmla="*/ 9048315 w 12192000"/>
              <a:gd name="connsiteY42" fmla="*/ 279264 h 4939827"/>
              <a:gd name="connsiteX43" fmla="*/ 9054706 w 12192000"/>
              <a:gd name="connsiteY43" fmla="*/ 278538 h 4939827"/>
              <a:gd name="connsiteX44" fmla="*/ 9070919 w 12192000"/>
              <a:gd name="connsiteY44" fmla="*/ 281810 h 4939827"/>
              <a:gd name="connsiteX45" fmla="*/ 9076813 w 12192000"/>
              <a:gd name="connsiteY45" fmla="*/ 283909 h 4939827"/>
              <a:gd name="connsiteX46" fmla="*/ 9085871 w 12192000"/>
              <a:gd name="connsiteY46" fmla="*/ 285133 h 4939827"/>
              <a:gd name="connsiteX47" fmla="*/ 9086159 w 12192000"/>
              <a:gd name="connsiteY47" fmla="*/ 284887 h 4939827"/>
              <a:gd name="connsiteX48" fmla="*/ 9134606 w 12192000"/>
              <a:gd name="connsiteY48" fmla="*/ 288168 h 4939827"/>
              <a:gd name="connsiteX49" fmla="*/ 9195590 w 12192000"/>
              <a:gd name="connsiteY49" fmla="*/ 279568 h 4939827"/>
              <a:gd name="connsiteX50" fmla="*/ 9219336 w 12192000"/>
              <a:gd name="connsiteY50" fmla="*/ 278133 h 4939827"/>
              <a:gd name="connsiteX51" fmla="*/ 9232362 w 12192000"/>
              <a:gd name="connsiteY51" fmla="*/ 275894 h 4939827"/>
              <a:gd name="connsiteX52" fmla="*/ 9233396 w 12192000"/>
              <a:gd name="connsiteY52" fmla="*/ 274803 h 4939827"/>
              <a:gd name="connsiteX53" fmla="*/ 9256213 w 12192000"/>
              <a:gd name="connsiteY53" fmla="*/ 281576 h 4939827"/>
              <a:gd name="connsiteX54" fmla="*/ 9371484 w 12192000"/>
              <a:gd name="connsiteY54" fmla="*/ 329634 h 4939827"/>
              <a:gd name="connsiteX55" fmla="*/ 9404829 w 12192000"/>
              <a:gd name="connsiteY55" fmla="*/ 339038 h 4939827"/>
              <a:gd name="connsiteX56" fmla="*/ 9427021 w 12192000"/>
              <a:gd name="connsiteY56" fmla="*/ 358784 h 4939827"/>
              <a:gd name="connsiteX57" fmla="*/ 9670844 w 12192000"/>
              <a:gd name="connsiteY57" fmla="*/ 405128 h 4939827"/>
              <a:gd name="connsiteX58" fmla="*/ 9816083 w 12192000"/>
              <a:gd name="connsiteY58" fmla="*/ 416573 h 4939827"/>
              <a:gd name="connsiteX59" fmla="*/ 9936741 w 12192000"/>
              <a:gd name="connsiteY59" fmla="*/ 437044 h 4939827"/>
              <a:gd name="connsiteX60" fmla="*/ 10050093 w 12192000"/>
              <a:gd name="connsiteY60" fmla="*/ 443783 h 4939827"/>
              <a:gd name="connsiteX61" fmla="*/ 10130090 w 12192000"/>
              <a:gd name="connsiteY61" fmla="*/ 459520 h 4939827"/>
              <a:gd name="connsiteX62" fmla="*/ 10173456 w 12192000"/>
              <a:gd name="connsiteY62" fmla="*/ 457749 h 4939827"/>
              <a:gd name="connsiteX63" fmla="*/ 10218232 w 12192000"/>
              <a:gd name="connsiteY63" fmla="*/ 459820 h 4939827"/>
              <a:gd name="connsiteX64" fmla="*/ 10354176 w 12192000"/>
              <a:gd name="connsiteY64" fmla="*/ 471377 h 4939827"/>
              <a:gd name="connsiteX65" fmla="*/ 10430681 w 12192000"/>
              <a:gd name="connsiteY65" fmla="*/ 481226 h 4939827"/>
              <a:gd name="connsiteX66" fmla="*/ 10478169 w 12192000"/>
              <a:gd name="connsiteY66" fmla="*/ 481774 h 4939827"/>
              <a:gd name="connsiteX67" fmla="*/ 10540907 w 12192000"/>
              <a:gd name="connsiteY67" fmla="*/ 485607 h 4939827"/>
              <a:gd name="connsiteX68" fmla="*/ 10614941 w 12192000"/>
              <a:gd name="connsiteY68" fmla="*/ 487592 h 4939827"/>
              <a:gd name="connsiteX69" fmla="*/ 10674098 w 12192000"/>
              <a:gd name="connsiteY69" fmla="*/ 521656 h 4939827"/>
              <a:gd name="connsiteX70" fmla="*/ 10874834 w 12192000"/>
              <a:gd name="connsiteY70" fmla="*/ 574867 h 4939827"/>
              <a:gd name="connsiteX71" fmla="*/ 10944981 w 12192000"/>
              <a:gd name="connsiteY71" fmla="*/ 615042 h 4939827"/>
              <a:gd name="connsiteX72" fmla="*/ 11006376 w 12192000"/>
              <a:gd name="connsiteY72" fmla="*/ 645957 h 4939827"/>
              <a:gd name="connsiteX73" fmla="*/ 11076308 w 12192000"/>
              <a:gd name="connsiteY73" fmla="*/ 675698 h 4939827"/>
              <a:gd name="connsiteX74" fmla="*/ 11148789 w 12192000"/>
              <a:gd name="connsiteY74" fmla="*/ 685041 h 4939827"/>
              <a:gd name="connsiteX75" fmla="*/ 11249129 w 12192000"/>
              <a:gd name="connsiteY75" fmla="*/ 684218 h 4939827"/>
              <a:gd name="connsiteX76" fmla="*/ 11299915 w 12192000"/>
              <a:gd name="connsiteY76" fmla="*/ 692177 h 4939827"/>
              <a:gd name="connsiteX77" fmla="*/ 11386973 w 12192000"/>
              <a:gd name="connsiteY77" fmla="*/ 708209 h 4939827"/>
              <a:gd name="connsiteX78" fmla="*/ 11500105 w 12192000"/>
              <a:gd name="connsiteY78" fmla="*/ 735014 h 4939827"/>
              <a:gd name="connsiteX79" fmla="*/ 11621735 w 12192000"/>
              <a:gd name="connsiteY79" fmla="*/ 789584 h 4939827"/>
              <a:gd name="connsiteX80" fmla="*/ 11691200 w 12192000"/>
              <a:gd name="connsiteY80" fmla="*/ 867902 h 4939827"/>
              <a:gd name="connsiteX81" fmla="*/ 11819427 w 12192000"/>
              <a:gd name="connsiteY81" fmla="*/ 911634 h 4939827"/>
              <a:gd name="connsiteX82" fmla="*/ 11969720 w 12192000"/>
              <a:gd name="connsiteY82" fmla="*/ 964737 h 4939827"/>
              <a:gd name="connsiteX83" fmla="*/ 12055766 w 12192000"/>
              <a:gd name="connsiteY83" fmla="*/ 991268 h 4939827"/>
              <a:gd name="connsiteX84" fmla="*/ 12171539 w 12192000"/>
              <a:gd name="connsiteY84" fmla="*/ 995427 h 4939827"/>
              <a:gd name="connsiteX85" fmla="*/ 12187831 w 12192000"/>
              <a:gd name="connsiteY85" fmla="*/ 996580 h 4939827"/>
              <a:gd name="connsiteX86" fmla="*/ 12192000 w 12192000"/>
              <a:gd name="connsiteY86" fmla="*/ 996726 h 4939827"/>
              <a:gd name="connsiteX87" fmla="*/ 12192000 w 12192000"/>
              <a:gd name="connsiteY87" fmla="*/ 4939827 h 4939827"/>
              <a:gd name="connsiteX88" fmla="*/ 0 w 12192000"/>
              <a:gd name="connsiteY88" fmla="*/ 4939827 h 4939827"/>
              <a:gd name="connsiteX89" fmla="*/ 0 w 12192000"/>
              <a:gd name="connsiteY89" fmla="*/ 512043 h 4939827"/>
              <a:gd name="connsiteX90" fmla="*/ 7381 w 12192000"/>
              <a:gd name="connsiteY90" fmla="*/ 512580 h 4939827"/>
              <a:gd name="connsiteX91" fmla="*/ 100029 w 12192000"/>
              <a:gd name="connsiteY91" fmla="*/ 504758 h 4939827"/>
              <a:gd name="connsiteX92" fmla="*/ 155244 w 12192000"/>
              <a:gd name="connsiteY92" fmla="*/ 525130 h 4939827"/>
              <a:gd name="connsiteX93" fmla="*/ 254366 w 12192000"/>
              <a:gd name="connsiteY93" fmla="*/ 534449 h 4939827"/>
              <a:gd name="connsiteX94" fmla="*/ 447292 w 12192000"/>
              <a:gd name="connsiteY94" fmla="*/ 542725 h 4939827"/>
              <a:gd name="connsiteX95" fmla="*/ 628105 w 12192000"/>
              <a:gd name="connsiteY95" fmla="*/ 547853 h 4939827"/>
              <a:gd name="connsiteX96" fmla="*/ 783146 w 12192000"/>
              <a:gd name="connsiteY96" fmla="*/ 591799 h 4939827"/>
              <a:gd name="connsiteX97" fmla="*/ 1043676 w 12192000"/>
              <a:gd name="connsiteY97" fmla="*/ 591887 h 4939827"/>
              <a:gd name="connsiteX98" fmla="*/ 1281816 w 12192000"/>
              <a:gd name="connsiteY98" fmla="*/ 520946 h 4939827"/>
              <a:gd name="connsiteX99" fmla="*/ 1486347 w 12192000"/>
              <a:gd name="connsiteY99" fmla="*/ 487310 h 4939827"/>
              <a:gd name="connsiteX100" fmla="*/ 1568079 w 12192000"/>
              <a:gd name="connsiteY100" fmla="*/ 462531 h 4939827"/>
              <a:gd name="connsiteX101" fmla="*/ 1622516 w 12192000"/>
              <a:gd name="connsiteY101" fmla="*/ 466058 h 4939827"/>
              <a:gd name="connsiteX102" fmla="*/ 1655457 w 12192000"/>
              <a:gd name="connsiteY102" fmla="*/ 465359 h 4939827"/>
              <a:gd name="connsiteX103" fmla="*/ 1717454 w 12192000"/>
              <a:gd name="connsiteY103" fmla="*/ 417203 h 4939827"/>
              <a:gd name="connsiteX104" fmla="*/ 1913794 w 12192000"/>
              <a:gd name="connsiteY104" fmla="*/ 365255 h 4939827"/>
              <a:gd name="connsiteX105" fmla="*/ 2129762 w 12192000"/>
              <a:gd name="connsiteY105" fmla="*/ 367832 h 4939827"/>
              <a:gd name="connsiteX106" fmla="*/ 2376970 w 12192000"/>
              <a:gd name="connsiteY106" fmla="*/ 350129 h 4939827"/>
              <a:gd name="connsiteX107" fmla="*/ 2480155 w 12192000"/>
              <a:gd name="connsiteY107" fmla="*/ 359227 h 4939827"/>
              <a:gd name="connsiteX108" fmla="*/ 2586782 w 12192000"/>
              <a:gd name="connsiteY108" fmla="*/ 339352 h 4939827"/>
              <a:gd name="connsiteX109" fmla="*/ 2679617 w 12192000"/>
              <a:gd name="connsiteY109" fmla="*/ 305383 h 4939827"/>
              <a:gd name="connsiteX110" fmla="*/ 2788947 w 12192000"/>
              <a:gd name="connsiteY110" fmla="*/ 250375 h 4939827"/>
              <a:gd name="connsiteX111" fmla="*/ 2965530 w 12192000"/>
              <a:gd name="connsiteY111" fmla="*/ 245958 h 4939827"/>
              <a:gd name="connsiteX112" fmla="*/ 3103677 w 12192000"/>
              <a:gd name="connsiteY112" fmla="*/ 209527 h 4939827"/>
              <a:gd name="connsiteX113" fmla="*/ 3126759 w 12192000"/>
              <a:gd name="connsiteY113" fmla="*/ 211226 h 4939827"/>
              <a:gd name="connsiteX114" fmla="*/ 3164020 w 12192000"/>
              <a:gd name="connsiteY114" fmla="*/ 212779 h 4939827"/>
              <a:gd name="connsiteX115" fmla="*/ 3285019 w 12192000"/>
              <a:gd name="connsiteY115" fmla="*/ 220535 h 4939827"/>
              <a:gd name="connsiteX116" fmla="*/ 3365154 w 12192000"/>
              <a:gd name="connsiteY116" fmla="*/ 226416 h 4939827"/>
              <a:gd name="connsiteX117" fmla="*/ 3367507 w 12192000"/>
              <a:gd name="connsiteY117" fmla="*/ 225416 h 4939827"/>
              <a:gd name="connsiteX118" fmla="*/ 3387567 w 12192000"/>
              <a:gd name="connsiteY118" fmla="*/ 227103 h 4939827"/>
              <a:gd name="connsiteX119" fmla="*/ 3498001 w 12192000"/>
              <a:gd name="connsiteY119" fmla="*/ 231941 h 4939827"/>
              <a:gd name="connsiteX120" fmla="*/ 3561557 w 12192000"/>
              <a:gd name="connsiteY120" fmla="*/ 228095 h 4939827"/>
              <a:gd name="connsiteX121" fmla="*/ 3611920 w 12192000"/>
              <a:gd name="connsiteY121" fmla="*/ 218094 h 4939827"/>
              <a:gd name="connsiteX122" fmla="*/ 3620528 w 12192000"/>
              <a:gd name="connsiteY122" fmla="*/ 218788 h 4939827"/>
              <a:gd name="connsiteX123" fmla="*/ 3620766 w 12192000"/>
              <a:gd name="connsiteY123" fmla="*/ 218511 h 4939827"/>
              <a:gd name="connsiteX124" fmla="*/ 3629977 w 12192000"/>
              <a:gd name="connsiteY124" fmla="*/ 218664 h 4939827"/>
              <a:gd name="connsiteX125" fmla="*/ 3636217 w 12192000"/>
              <a:gd name="connsiteY125" fmla="*/ 220048 h 4939827"/>
              <a:gd name="connsiteX126" fmla="*/ 3709484 w 12192000"/>
              <a:gd name="connsiteY126" fmla="*/ 186927 h 4939827"/>
              <a:gd name="connsiteX127" fmla="*/ 3761342 w 12192000"/>
              <a:gd name="connsiteY127" fmla="*/ 177474 h 4939827"/>
              <a:gd name="connsiteX128" fmla="*/ 3799748 w 12192000"/>
              <a:gd name="connsiteY128" fmla="*/ 167154 h 4939827"/>
              <a:gd name="connsiteX129" fmla="*/ 3922756 w 12192000"/>
              <a:gd name="connsiteY129" fmla="*/ 194044 h 4939827"/>
              <a:gd name="connsiteX130" fmla="*/ 4028476 w 12192000"/>
              <a:gd name="connsiteY130" fmla="*/ 223679 h 4939827"/>
              <a:gd name="connsiteX131" fmla="*/ 4191582 w 12192000"/>
              <a:gd name="connsiteY131" fmla="*/ 238952 h 4939827"/>
              <a:gd name="connsiteX132" fmla="*/ 4251024 w 12192000"/>
              <a:gd name="connsiteY132" fmla="*/ 240874 h 4939827"/>
              <a:gd name="connsiteX133" fmla="*/ 4355275 w 12192000"/>
              <a:gd name="connsiteY133" fmla="*/ 260205 h 4939827"/>
              <a:gd name="connsiteX134" fmla="*/ 4423807 w 12192000"/>
              <a:gd name="connsiteY134" fmla="*/ 270366 h 4939827"/>
              <a:gd name="connsiteX135" fmla="*/ 4558432 w 12192000"/>
              <a:gd name="connsiteY135" fmla="*/ 269194 h 4939827"/>
              <a:gd name="connsiteX136" fmla="*/ 4635061 w 12192000"/>
              <a:gd name="connsiteY136" fmla="*/ 280682 h 4939827"/>
              <a:gd name="connsiteX137" fmla="*/ 4807427 w 12192000"/>
              <a:gd name="connsiteY137" fmla="*/ 276835 h 4939827"/>
              <a:gd name="connsiteX138" fmla="*/ 5028933 w 12192000"/>
              <a:gd name="connsiteY138" fmla="*/ 183887 h 4939827"/>
              <a:gd name="connsiteX139" fmla="*/ 5093642 w 12192000"/>
              <a:gd name="connsiteY139" fmla="*/ 177214 h 4939827"/>
              <a:gd name="connsiteX140" fmla="*/ 5102642 w 12192000"/>
              <a:gd name="connsiteY140" fmla="*/ 186816 h 4939827"/>
              <a:gd name="connsiteX141" fmla="*/ 5193590 w 12192000"/>
              <a:gd name="connsiteY141" fmla="*/ 156458 h 4939827"/>
              <a:gd name="connsiteX142" fmla="*/ 5323922 w 12192000"/>
              <a:gd name="connsiteY142" fmla="*/ 146332 h 4939827"/>
              <a:gd name="connsiteX143" fmla="*/ 5421860 w 12192000"/>
              <a:gd name="connsiteY143" fmla="*/ 167298 h 4939827"/>
              <a:gd name="connsiteX144" fmla="*/ 5476948 w 12192000"/>
              <a:gd name="connsiteY144" fmla="*/ 173249 h 4939827"/>
              <a:gd name="connsiteX145" fmla="*/ 5516842 w 12192000"/>
              <a:gd name="connsiteY145" fmla="*/ 184018 h 4939827"/>
              <a:gd name="connsiteX146" fmla="*/ 5619415 w 12192000"/>
              <a:gd name="connsiteY146" fmla="*/ 176781 h 4939827"/>
              <a:gd name="connsiteX147" fmla="*/ 5789867 w 12192000"/>
              <a:gd name="connsiteY147" fmla="*/ 150304 h 4939827"/>
              <a:gd name="connsiteX148" fmla="*/ 5825953 w 12192000"/>
              <a:gd name="connsiteY148" fmla="*/ 147907 h 4939827"/>
              <a:gd name="connsiteX149" fmla="*/ 5856168 w 12192000"/>
              <a:gd name="connsiteY149" fmla="*/ 158719 h 4939827"/>
              <a:gd name="connsiteX150" fmla="*/ 5862476 w 12192000"/>
              <a:gd name="connsiteY150" fmla="*/ 172447 h 4939827"/>
              <a:gd name="connsiteX151" fmla="*/ 5882195 w 12192000"/>
              <a:gd name="connsiteY151" fmla="*/ 173195 h 4939827"/>
              <a:gd name="connsiteX152" fmla="*/ 5887271 w 12192000"/>
              <a:gd name="connsiteY152" fmla="*/ 176084 h 4939827"/>
              <a:gd name="connsiteX153" fmla="*/ 5921577 w 12192000"/>
              <a:gd name="connsiteY153" fmla="*/ 169858 h 4939827"/>
              <a:gd name="connsiteX154" fmla="*/ 5983240 w 12192000"/>
              <a:gd name="connsiteY154" fmla="*/ 152755 h 4939827"/>
              <a:gd name="connsiteX155" fmla="*/ 6152287 w 12192000"/>
              <a:gd name="connsiteY155" fmla="*/ 116736 h 4939827"/>
              <a:gd name="connsiteX156" fmla="*/ 6415830 w 12192000"/>
              <a:gd name="connsiteY156" fmla="*/ 136006 h 4939827"/>
              <a:gd name="connsiteX157" fmla="*/ 6756965 w 12192000"/>
              <a:gd name="connsiteY157" fmla="*/ 57636 h 4939827"/>
              <a:gd name="connsiteX158" fmla="*/ 6819400 w 12192000"/>
              <a:gd name="connsiteY158" fmla="*/ 30742 h 4939827"/>
              <a:gd name="connsiteX159" fmla="*/ 6986370 w 12192000"/>
              <a:gd name="connsiteY159" fmla="*/ 12659 h 4939827"/>
              <a:gd name="connsiteX160" fmla="*/ 6989536 w 12192000"/>
              <a:gd name="connsiteY160" fmla="*/ 14528 h 4939827"/>
              <a:gd name="connsiteX161" fmla="*/ 7015933 w 12192000"/>
              <a:gd name="connsiteY161" fmla="*/ 9653 h 4939827"/>
              <a:gd name="connsiteX162" fmla="*/ 7020592 w 12192000"/>
              <a:gd name="connsiteY162" fmla="*/ 1651 h 4939827"/>
              <a:gd name="connsiteX163" fmla="*/ 7025905 w 12192000"/>
              <a:gd name="connsiteY163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5983240 w 12192000"/>
              <a:gd name="connsiteY153" fmla="*/ 152755 h 4939827"/>
              <a:gd name="connsiteX154" fmla="*/ 6152287 w 12192000"/>
              <a:gd name="connsiteY154" fmla="*/ 116736 h 4939827"/>
              <a:gd name="connsiteX155" fmla="*/ 6415830 w 12192000"/>
              <a:gd name="connsiteY155" fmla="*/ 136006 h 4939827"/>
              <a:gd name="connsiteX156" fmla="*/ 6756965 w 12192000"/>
              <a:gd name="connsiteY156" fmla="*/ 57636 h 4939827"/>
              <a:gd name="connsiteX157" fmla="*/ 6819400 w 12192000"/>
              <a:gd name="connsiteY157" fmla="*/ 30742 h 4939827"/>
              <a:gd name="connsiteX158" fmla="*/ 6986370 w 12192000"/>
              <a:gd name="connsiteY158" fmla="*/ 12659 h 4939827"/>
              <a:gd name="connsiteX159" fmla="*/ 6989536 w 12192000"/>
              <a:gd name="connsiteY159" fmla="*/ 14528 h 4939827"/>
              <a:gd name="connsiteX160" fmla="*/ 7015933 w 12192000"/>
              <a:gd name="connsiteY160" fmla="*/ 9653 h 4939827"/>
              <a:gd name="connsiteX161" fmla="*/ 7020592 w 12192000"/>
              <a:gd name="connsiteY161" fmla="*/ 1651 h 4939827"/>
              <a:gd name="connsiteX162" fmla="*/ 7025905 w 12192000"/>
              <a:gd name="connsiteY162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5983240 w 12192000"/>
              <a:gd name="connsiteY153" fmla="*/ 152755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5921577 w 12192000"/>
              <a:gd name="connsiteY152" fmla="*/ 169858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887271 w 12192000"/>
              <a:gd name="connsiteY151" fmla="*/ 176084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952585 w 12192000"/>
              <a:gd name="connsiteY151" fmla="*/ 161012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01067 w 12192000"/>
              <a:gd name="connsiteY31" fmla="*/ 270114 h 4939827"/>
              <a:gd name="connsiteX32" fmla="*/ 8672650 w 12192000"/>
              <a:gd name="connsiteY32" fmla="*/ 254821 h 4939827"/>
              <a:gd name="connsiteX33" fmla="*/ 8785543 w 12192000"/>
              <a:gd name="connsiteY33" fmla="*/ 263406 h 4939827"/>
              <a:gd name="connsiteX34" fmla="*/ 8830588 w 12192000"/>
              <a:gd name="connsiteY34" fmla="*/ 265483 h 4939827"/>
              <a:gd name="connsiteX35" fmla="*/ 8905142 w 12192000"/>
              <a:gd name="connsiteY35" fmla="*/ 264958 h 4939827"/>
              <a:gd name="connsiteX36" fmla="*/ 8968582 w 12192000"/>
              <a:gd name="connsiteY36" fmla="*/ 262728 h 4939827"/>
              <a:gd name="connsiteX37" fmla="*/ 8972994 w 12192000"/>
              <a:gd name="connsiteY37" fmla="*/ 263284 h 4939827"/>
              <a:gd name="connsiteX38" fmla="*/ 9004605 w 12192000"/>
              <a:gd name="connsiteY38" fmla="*/ 258041 h 4939827"/>
              <a:gd name="connsiteX39" fmla="*/ 9016165 w 12192000"/>
              <a:gd name="connsiteY39" fmla="*/ 261258 h 4939827"/>
              <a:gd name="connsiteX40" fmla="*/ 9043297 w 12192000"/>
              <a:gd name="connsiteY40" fmla="*/ 281547 h 4939827"/>
              <a:gd name="connsiteX41" fmla="*/ 9048315 w 12192000"/>
              <a:gd name="connsiteY41" fmla="*/ 279264 h 4939827"/>
              <a:gd name="connsiteX42" fmla="*/ 9054706 w 12192000"/>
              <a:gd name="connsiteY42" fmla="*/ 278538 h 4939827"/>
              <a:gd name="connsiteX43" fmla="*/ 9070919 w 12192000"/>
              <a:gd name="connsiteY43" fmla="*/ 281810 h 4939827"/>
              <a:gd name="connsiteX44" fmla="*/ 9076813 w 12192000"/>
              <a:gd name="connsiteY44" fmla="*/ 283909 h 4939827"/>
              <a:gd name="connsiteX45" fmla="*/ 9085871 w 12192000"/>
              <a:gd name="connsiteY45" fmla="*/ 285133 h 4939827"/>
              <a:gd name="connsiteX46" fmla="*/ 9086159 w 12192000"/>
              <a:gd name="connsiteY46" fmla="*/ 284887 h 4939827"/>
              <a:gd name="connsiteX47" fmla="*/ 9134606 w 12192000"/>
              <a:gd name="connsiteY47" fmla="*/ 288168 h 4939827"/>
              <a:gd name="connsiteX48" fmla="*/ 9195590 w 12192000"/>
              <a:gd name="connsiteY48" fmla="*/ 279568 h 4939827"/>
              <a:gd name="connsiteX49" fmla="*/ 9219336 w 12192000"/>
              <a:gd name="connsiteY49" fmla="*/ 278133 h 4939827"/>
              <a:gd name="connsiteX50" fmla="*/ 9232362 w 12192000"/>
              <a:gd name="connsiteY50" fmla="*/ 275894 h 4939827"/>
              <a:gd name="connsiteX51" fmla="*/ 9233396 w 12192000"/>
              <a:gd name="connsiteY51" fmla="*/ 274803 h 4939827"/>
              <a:gd name="connsiteX52" fmla="*/ 9256213 w 12192000"/>
              <a:gd name="connsiteY52" fmla="*/ 281576 h 4939827"/>
              <a:gd name="connsiteX53" fmla="*/ 9371484 w 12192000"/>
              <a:gd name="connsiteY53" fmla="*/ 329634 h 4939827"/>
              <a:gd name="connsiteX54" fmla="*/ 9404829 w 12192000"/>
              <a:gd name="connsiteY54" fmla="*/ 339038 h 4939827"/>
              <a:gd name="connsiteX55" fmla="*/ 9427021 w 12192000"/>
              <a:gd name="connsiteY55" fmla="*/ 358784 h 4939827"/>
              <a:gd name="connsiteX56" fmla="*/ 9670844 w 12192000"/>
              <a:gd name="connsiteY56" fmla="*/ 405128 h 4939827"/>
              <a:gd name="connsiteX57" fmla="*/ 9816083 w 12192000"/>
              <a:gd name="connsiteY57" fmla="*/ 416573 h 4939827"/>
              <a:gd name="connsiteX58" fmla="*/ 9936741 w 12192000"/>
              <a:gd name="connsiteY58" fmla="*/ 437044 h 4939827"/>
              <a:gd name="connsiteX59" fmla="*/ 10050093 w 12192000"/>
              <a:gd name="connsiteY59" fmla="*/ 443783 h 4939827"/>
              <a:gd name="connsiteX60" fmla="*/ 10130090 w 12192000"/>
              <a:gd name="connsiteY60" fmla="*/ 459520 h 4939827"/>
              <a:gd name="connsiteX61" fmla="*/ 10173456 w 12192000"/>
              <a:gd name="connsiteY61" fmla="*/ 457749 h 4939827"/>
              <a:gd name="connsiteX62" fmla="*/ 10218232 w 12192000"/>
              <a:gd name="connsiteY62" fmla="*/ 459820 h 4939827"/>
              <a:gd name="connsiteX63" fmla="*/ 10354176 w 12192000"/>
              <a:gd name="connsiteY63" fmla="*/ 471377 h 4939827"/>
              <a:gd name="connsiteX64" fmla="*/ 10430681 w 12192000"/>
              <a:gd name="connsiteY64" fmla="*/ 481226 h 4939827"/>
              <a:gd name="connsiteX65" fmla="*/ 10478169 w 12192000"/>
              <a:gd name="connsiteY65" fmla="*/ 481774 h 4939827"/>
              <a:gd name="connsiteX66" fmla="*/ 10540907 w 12192000"/>
              <a:gd name="connsiteY66" fmla="*/ 485607 h 4939827"/>
              <a:gd name="connsiteX67" fmla="*/ 10614941 w 12192000"/>
              <a:gd name="connsiteY67" fmla="*/ 487592 h 4939827"/>
              <a:gd name="connsiteX68" fmla="*/ 10674098 w 12192000"/>
              <a:gd name="connsiteY68" fmla="*/ 521656 h 4939827"/>
              <a:gd name="connsiteX69" fmla="*/ 10874834 w 12192000"/>
              <a:gd name="connsiteY69" fmla="*/ 574867 h 4939827"/>
              <a:gd name="connsiteX70" fmla="*/ 10944981 w 12192000"/>
              <a:gd name="connsiteY70" fmla="*/ 615042 h 4939827"/>
              <a:gd name="connsiteX71" fmla="*/ 11006376 w 12192000"/>
              <a:gd name="connsiteY71" fmla="*/ 645957 h 4939827"/>
              <a:gd name="connsiteX72" fmla="*/ 11076308 w 12192000"/>
              <a:gd name="connsiteY72" fmla="*/ 675698 h 4939827"/>
              <a:gd name="connsiteX73" fmla="*/ 11148789 w 12192000"/>
              <a:gd name="connsiteY73" fmla="*/ 685041 h 4939827"/>
              <a:gd name="connsiteX74" fmla="*/ 11249129 w 12192000"/>
              <a:gd name="connsiteY74" fmla="*/ 684218 h 4939827"/>
              <a:gd name="connsiteX75" fmla="*/ 11299915 w 12192000"/>
              <a:gd name="connsiteY75" fmla="*/ 692177 h 4939827"/>
              <a:gd name="connsiteX76" fmla="*/ 11386973 w 12192000"/>
              <a:gd name="connsiteY76" fmla="*/ 708209 h 4939827"/>
              <a:gd name="connsiteX77" fmla="*/ 11500105 w 12192000"/>
              <a:gd name="connsiteY77" fmla="*/ 735014 h 4939827"/>
              <a:gd name="connsiteX78" fmla="*/ 11621735 w 12192000"/>
              <a:gd name="connsiteY78" fmla="*/ 789584 h 4939827"/>
              <a:gd name="connsiteX79" fmla="*/ 11691200 w 12192000"/>
              <a:gd name="connsiteY79" fmla="*/ 867902 h 4939827"/>
              <a:gd name="connsiteX80" fmla="*/ 11819427 w 12192000"/>
              <a:gd name="connsiteY80" fmla="*/ 911634 h 4939827"/>
              <a:gd name="connsiteX81" fmla="*/ 11969720 w 12192000"/>
              <a:gd name="connsiteY81" fmla="*/ 964737 h 4939827"/>
              <a:gd name="connsiteX82" fmla="*/ 12055766 w 12192000"/>
              <a:gd name="connsiteY82" fmla="*/ 991268 h 4939827"/>
              <a:gd name="connsiteX83" fmla="*/ 12171539 w 12192000"/>
              <a:gd name="connsiteY83" fmla="*/ 995427 h 4939827"/>
              <a:gd name="connsiteX84" fmla="*/ 12187831 w 12192000"/>
              <a:gd name="connsiteY84" fmla="*/ 996580 h 4939827"/>
              <a:gd name="connsiteX85" fmla="*/ 12192000 w 12192000"/>
              <a:gd name="connsiteY85" fmla="*/ 996726 h 4939827"/>
              <a:gd name="connsiteX86" fmla="*/ 12192000 w 12192000"/>
              <a:gd name="connsiteY86" fmla="*/ 4939827 h 4939827"/>
              <a:gd name="connsiteX87" fmla="*/ 0 w 12192000"/>
              <a:gd name="connsiteY87" fmla="*/ 4939827 h 4939827"/>
              <a:gd name="connsiteX88" fmla="*/ 0 w 12192000"/>
              <a:gd name="connsiteY88" fmla="*/ 512043 h 4939827"/>
              <a:gd name="connsiteX89" fmla="*/ 7381 w 12192000"/>
              <a:gd name="connsiteY89" fmla="*/ 512580 h 4939827"/>
              <a:gd name="connsiteX90" fmla="*/ 100029 w 12192000"/>
              <a:gd name="connsiteY90" fmla="*/ 504758 h 4939827"/>
              <a:gd name="connsiteX91" fmla="*/ 155244 w 12192000"/>
              <a:gd name="connsiteY91" fmla="*/ 525130 h 4939827"/>
              <a:gd name="connsiteX92" fmla="*/ 254366 w 12192000"/>
              <a:gd name="connsiteY92" fmla="*/ 534449 h 4939827"/>
              <a:gd name="connsiteX93" fmla="*/ 447292 w 12192000"/>
              <a:gd name="connsiteY93" fmla="*/ 542725 h 4939827"/>
              <a:gd name="connsiteX94" fmla="*/ 628105 w 12192000"/>
              <a:gd name="connsiteY94" fmla="*/ 547853 h 4939827"/>
              <a:gd name="connsiteX95" fmla="*/ 783146 w 12192000"/>
              <a:gd name="connsiteY95" fmla="*/ 591799 h 4939827"/>
              <a:gd name="connsiteX96" fmla="*/ 1043676 w 12192000"/>
              <a:gd name="connsiteY96" fmla="*/ 591887 h 4939827"/>
              <a:gd name="connsiteX97" fmla="*/ 1281816 w 12192000"/>
              <a:gd name="connsiteY97" fmla="*/ 520946 h 4939827"/>
              <a:gd name="connsiteX98" fmla="*/ 1486347 w 12192000"/>
              <a:gd name="connsiteY98" fmla="*/ 487310 h 4939827"/>
              <a:gd name="connsiteX99" fmla="*/ 1568079 w 12192000"/>
              <a:gd name="connsiteY99" fmla="*/ 462531 h 4939827"/>
              <a:gd name="connsiteX100" fmla="*/ 1622516 w 12192000"/>
              <a:gd name="connsiteY100" fmla="*/ 466058 h 4939827"/>
              <a:gd name="connsiteX101" fmla="*/ 1655457 w 12192000"/>
              <a:gd name="connsiteY101" fmla="*/ 465359 h 4939827"/>
              <a:gd name="connsiteX102" fmla="*/ 1717454 w 12192000"/>
              <a:gd name="connsiteY102" fmla="*/ 417203 h 4939827"/>
              <a:gd name="connsiteX103" fmla="*/ 1913794 w 12192000"/>
              <a:gd name="connsiteY103" fmla="*/ 365255 h 4939827"/>
              <a:gd name="connsiteX104" fmla="*/ 2129762 w 12192000"/>
              <a:gd name="connsiteY104" fmla="*/ 367832 h 4939827"/>
              <a:gd name="connsiteX105" fmla="*/ 2376970 w 12192000"/>
              <a:gd name="connsiteY105" fmla="*/ 350129 h 4939827"/>
              <a:gd name="connsiteX106" fmla="*/ 2480155 w 12192000"/>
              <a:gd name="connsiteY106" fmla="*/ 359227 h 4939827"/>
              <a:gd name="connsiteX107" fmla="*/ 2586782 w 12192000"/>
              <a:gd name="connsiteY107" fmla="*/ 339352 h 4939827"/>
              <a:gd name="connsiteX108" fmla="*/ 2679617 w 12192000"/>
              <a:gd name="connsiteY108" fmla="*/ 305383 h 4939827"/>
              <a:gd name="connsiteX109" fmla="*/ 2788947 w 12192000"/>
              <a:gd name="connsiteY109" fmla="*/ 250375 h 4939827"/>
              <a:gd name="connsiteX110" fmla="*/ 2965530 w 12192000"/>
              <a:gd name="connsiteY110" fmla="*/ 245958 h 4939827"/>
              <a:gd name="connsiteX111" fmla="*/ 3103677 w 12192000"/>
              <a:gd name="connsiteY111" fmla="*/ 209527 h 4939827"/>
              <a:gd name="connsiteX112" fmla="*/ 3126759 w 12192000"/>
              <a:gd name="connsiteY112" fmla="*/ 211226 h 4939827"/>
              <a:gd name="connsiteX113" fmla="*/ 3164020 w 12192000"/>
              <a:gd name="connsiteY113" fmla="*/ 212779 h 4939827"/>
              <a:gd name="connsiteX114" fmla="*/ 3285019 w 12192000"/>
              <a:gd name="connsiteY114" fmla="*/ 220535 h 4939827"/>
              <a:gd name="connsiteX115" fmla="*/ 3365154 w 12192000"/>
              <a:gd name="connsiteY115" fmla="*/ 226416 h 4939827"/>
              <a:gd name="connsiteX116" fmla="*/ 3367507 w 12192000"/>
              <a:gd name="connsiteY116" fmla="*/ 225416 h 4939827"/>
              <a:gd name="connsiteX117" fmla="*/ 3387567 w 12192000"/>
              <a:gd name="connsiteY117" fmla="*/ 227103 h 4939827"/>
              <a:gd name="connsiteX118" fmla="*/ 3498001 w 12192000"/>
              <a:gd name="connsiteY118" fmla="*/ 231941 h 4939827"/>
              <a:gd name="connsiteX119" fmla="*/ 3561557 w 12192000"/>
              <a:gd name="connsiteY119" fmla="*/ 228095 h 4939827"/>
              <a:gd name="connsiteX120" fmla="*/ 3611920 w 12192000"/>
              <a:gd name="connsiteY120" fmla="*/ 218094 h 4939827"/>
              <a:gd name="connsiteX121" fmla="*/ 3620528 w 12192000"/>
              <a:gd name="connsiteY121" fmla="*/ 218788 h 4939827"/>
              <a:gd name="connsiteX122" fmla="*/ 3620766 w 12192000"/>
              <a:gd name="connsiteY122" fmla="*/ 218511 h 4939827"/>
              <a:gd name="connsiteX123" fmla="*/ 3629977 w 12192000"/>
              <a:gd name="connsiteY123" fmla="*/ 218664 h 4939827"/>
              <a:gd name="connsiteX124" fmla="*/ 3636217 w 12192000"/>
              <a:gd name="connsiteY124" fmla="*/ 220048 h 4939827"/>
              <a:gd name="connsiteX125" fmla="*/ 3709484 w 12192000"/>
              <a:gd name="connsiteY125" fmla="*/ 186927 h 4939827"/>
              <a:gd name="connsiteX126" fmla="*/ 3761342 w 12192000"/>
              <a:gd name="connsiteY126" fmla="*/ 177474 h 4939827"/>
              <a:gd name="connsiteX127" fmla="*/ 3799748 w 12192000"/>
              <a:gd name="connsiteY127" fmla="*/ 167154 h 4939827"/>
              <a:gd name="connsiteX128" fmla="*/ 3922756 w 12192000"/>
              <a:gd name="connsiteY128" fmla="*/ 194044 h 4939827"/>
              <a:gd name="connsiteX129" fmla="*/ 4028476 w 12192000"/>
              <a:gd name="connsiteY129" fmla="*/ 223679 h 4939827"/>
              <a:gd name="connsiteX130" fmla="*/ 4191582 w 12192000"/>
              <a:gd name="connsiteY130" fmla="*/ 238952 h 4939827"/>
              <a:gd name="connsiteX131" fmla="*/ 4251024 w 12192000"/>
              <a:gd name="connsiteY131" fmla="*/ 240874 h 4939827"/>
              <a:gd name="connsiteX132" fmla="*/ 4355275 w 12192000"/>
              <a:gd name="connsiteY132" fmla="*/ 260205 h 4939827"/>
              <a:gd name="connsiteX133" fmla="*/ 4423807 w 12192000"/>
              <a:gd name="connsiteY133" fmla="*/ 270366 h 4939827"/>
              <a:gd name="connsiteX134" fmla="*/ 4558432 w 12192000"/>
              <a:gd name="connsiteY134" fmla="*/ 269194 h 4939827"/>
              <a:gd name="connsiteX135" fmla="*/ 4635061 w 12192000"/>
              <a:gd name="connsiteY135" fmla="*/ 280682 h 4939827"/>
              <a:gd name="connsiteX136" fmla="*/ 4807427 w 12192000"/>
              <a:gd name="connsiteY136" fmla="*/ 276835 h 4939827"/>
              <a:gd name="connsiteX137" fmla="*/ 5028933 w 12192000"/>
              <a:gd name="connsiteY137" fmla="*/ 183887 h 4939827"/>
              <a:gd name="connsiteX138" fmla="*/ 5093642 w 12192000"/>
              <a:gd name="connsiteY138" fmla="*/ 177214 h 4939827"/>
              <a:gd name="connsiteX139" fmla="*/ 5102642 w 12192000"/>
              <a:gd name="connsiteY139" fmla="*/ 186816 h 4939827"/>
              <a:gd name="connsiteX140" fmla="*/ 5193590 w 12192000"/>
              <a:gd name="connsiteY140" fmla="*/ 156458 h 4939827"/>
              <a:gd name="connsiteX141" fmla="*/ 5323922 w 12192000"/>
              <a:gd name="connsiteY141" fmla="*/ 146332 h 4939827"/>
              <a:gd name="connsiteX142" fmla="*/ 5421860 w 12192000"/>
              <a:gd name="connsiteY142" fmla="*/ 167298 h 4939827"/>
              <a:gd name="connsiteX143" fmla="*/ 5476948 w 12192000"/>
              <a:gd name="connsiteY143" fmla="*/ 173249 h 4939827"/>
              <a:gd name="connsiteX144" fmla="*/ 5516842 w 12192000"/>
              <a:gd name="connsiteY144" fmla="*/ 184018 h 4939827"/>
              <a:gd name="connsiteX145" fmla="*/ 5619415 w 12192000"/>
              <a:gd name="connsiteY145" fmla="*/ 176781 h 4939827"/>
              <a:gd name="connsiteX146" fmla="*/ 5789867 w 12192000"/>
              <a:gd name="connsiteY146" fmla="*/ 150304 h 4939827"/>
              <a:gd name="connsiteX147" fmla="*/ 5825953 w 12192000"/>
              <a:gd name="connsiteY147" fmla="*/ 147907 h 4939827"/>
              <a:gd name="connsiteX148" fmla="*/ 5856168 w 12192000"/>
              <a:gd name="connsiteY148" fmla="*/ 158719 h 4939827"/>
              <a:gd name="connsiteX149" fmla="*/ 5862476 w 12192000"/>
              <a:gd name="connsiteY149" fmla="*/ 172447 h 4939827"/>
              <a:gd name="connsiteX150" fmla="*/ 5882195 w 12192000"/>
              <a:gd name="connsiteY150" fmla="*/ 173195 h 4939827"/>
              <a:gd name="connsiteX151" fmla="*/ 5952585 w 12192000"/>
              <a:gd name="connsiteY151" fmla="*/ 161012 h 4939827"/>
              <a:gd name="connsiteX152" fmla="*/ 6001964 w 12192000"/>
              <a:gd name="connsiteY152" fmla="*/ 154786 h 4939827"/>
              <a:gd name="connsiteX153" fmla="*/ 6184207 w 12192000"/>
              <a:gd name="connsiteY153" fmla="*/ 132658 h 4939827"/>
              <a:gd name="connsiteX154" fmla="*/ 6415830 w 12192000"/>
              <a:gd name="connsiteY154" fmla="*/ 136006 h 4939827"/>
              <a:gd name="connsiteX155" fmla="*/ 6756965 w 12192000"/>
              <a:gd name="connsiteY155" fmla="*/ 57636 h 4939827"/>
              <a:gd name="connsiteX156" fmla="*/ 6819400 w 12192000"/>
              <a:gd name="connsiteY156" fmla="*/ 30742 h 4939827"/>
              <a:gd name="connsiteX157" fmla="*/ 6986370 w 12192000"/>
              <a:gd name="connsiteY157" fmla="*/ 12659 h 4939827"/>
              <a:gd name="connsiteX158" fmla="*/ 6989536 w 12192000"/>
              <a:gd name="connsiteY158" fmla="*/ 14528 h 4939827"/>
              <a:gd name="connsiteX159" fmla="*/ 7015933 w 12192000"/>
              <a:gd name="connsiteY159" fmla="*/ 9653 h 4939827"/>
              <a:gd name="connsiteX160" fmla="*/ 7020592 w 12192000"/>
              <a:gd name="connsiteY160" fmla="*/ 1651 h 4939827"/>
              <a:gd name="connsiteX161" fmla="*/ 7025905 w 12192000"/>
              <a:gd name="connsiteY161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33396 w 12192000"/>
              <a:gd name="connsiteY50" fmla="*/ 274803 h 4939827"/>
              <a:gd name="connsiteX51" fmla="*/ 9256213 w 12192000"/>
              <a:gd name="connsiteY51" fmla="*/ 281576 h 4939827"/>
              <a:gd name="connsiteX52" fmla="*/ 9371484 w 12192000"/>
              <a:gd name="connsiteY52" fmla="*/ 329634 h 4939827"/>
              <a:gd name="connsiteX53" fmla="*/ 9404829 w 12192000"/>
              <a:gd name="connsiteY53" fmla="*/ 339038 h 4939827"/>
              <a:gd name="connsiteX54" fmla="*/ 9427021 w 12192000"/>
              <a:gd name="connsiteY54" fmla="*/ 358784 h 4939827"/>
              <a:gd name="connsiteX55" fmla="*/ 9670844 w 12192000"/>
              <a:gd name="connsiteY55" fmla="*/ 405128 h 4939827"/>
              <a:gd name="connsiteX56" fmla="*/ 9816083 w 12192000"/>
              <a:gd name="connsiteY56" fmla="*/ 416573 h 4939827"/>
              <a:gd name="connsiteX57" fmla="*/ 9936741 w 12192000"/>
              <a:gd name="connsiteY57" fmla="*/ 437044 h 4939827"/>
              <a:gd name="connsiteX58" fmla="*/ 10050093 w 12192000"/>
              <a:gd name="connsiteY58" fmla="*/ 443783 h 4939827"/>
              <a:gd name="connsiteX59" fmla="*/ 10130090 w 12192000"/>
              <a:gd name="connsiteY59" fmla="*/ 459520 h 4939827"/>
              <a:gd name="connsiteX60" fmla="*/ 10173456 w 12192000"/>
              <a:gd name="connsiteY60" fmla="*/ 457749 h 4939827"/>
              <a:gd name="connsiteX61" fmla="*/ 10218232 w 12192000"/>
              <a:gd name="connsiteY61" fmla="*/ 459820 h 4939827"/>
              <a:gd name="connsiteX62" fmla="*/ 10354176 w 12192000"/>
              <a:gd name="connsiteY62" fmla="*/ 471377 h 4939827"/>
              <a:gd name="connsiteX63" fmla="*/ 10430681 w 12192000"/>
              <a:gd name="connsiteY63" fmla="*/ 481226 h 4939827"/>
              <a:gd name="connsiteX64" fmla="*/ 10478169 w 12192000"/>
              <a:gd name="connsiteY64" fmla="*/ 481774 h 4939827"/>
              <a:gd name="connsiteX65" fmla="*/ 10540907 w 12192000"/>
              <a:gd name="connsiteY65" fmla="*/ 485607 h 4939827"/>
              <a:gd name="connsiteX66" fmla="*/ 10614941 w 12192000"/>
              <a:gd name="connsiteY66" fmla="*/ 487592 h 4939827"/>
              <a:gd name="connsiteX67" fmla="*/ 10674098 w 12192000"/>
              <a:gd name="connsiteY67" fmla="*/ 521656 h 4939827"/>
              <a:gd name="connsiteX68" fmla="*/ 10874834 w 12192000"/>
              <a:gd name="connsiteY68" fmla="*/ 574867 h 4939827"/>
              <a:gd name="connsiteX69" fmla="*/ 10944981 w 12192000"/>
              <a:gd name="connsiteY69" fmla="*/ 615042 h 4939827"/>
              <a:gd name="connsiteX70" fmla="*/ 11006376 w 12192000"/>
              <a:gd name="connsiteY70" fmla="*/ 645957 h 4939827"/>
              <a:gd name="connsiteX71" fmla="*/ 11076308 w 12192000"/>
              <a:gd name="connsiteY71" fmla="*/ 675698 h 4939827"/>
              <a:gd name="connsiteX72" fmla="*/ 11148789 w 12192000"/>
              <a:gd name="connsiteY72" fmla="*/ 685041 h 4939827"/>
              <a:gd name="connsiteX73" fmla="*/ 11249129 w 12192000"/>
              <a:gd name="connsiteY73" fmla="*/ 684218 h 4939827"/>
              <a:gd name="connsiteX74" fmla="*/ 11299915 w 12192000"/>
              <a:gd name="connsiteY74" fmla="*/ 692177 h 4939827"/>
              <a:gd name="connsiteX75" fmla="*/ 11386973 w 12192000"/>
              <a:gd name="connsiteY75" fmla="*/ 708209 h 4939827"/>
              <a:gd name="connsiteX76" fmla="*/ 11500105 w 12192000"/>
              <a:gd name="connsiteY76" fmla="*/ 735014 h 4939827"/>
              <a:gd name="connsiteX77" fmla="*/ 11621735 w 12192000"/>
              <a:gd name="connsiteY77" fmla="*/ 789584 h 4939827"/>
              <a:gd name="connsiteX78" fmla="*/ 11691200 w 12192000"/>
              <a:gd name="connsiteY78" fmla="*/ 867902 h 4939827"/>
              <a:gd name="connsiteX79" fmla="*/ 11819427 w 12192000"/>
              <a:gd name="connsiteY79" fmla="*/ 911634 h 4939827"/>
              <a:gd name="connsiteX80" fmla="*/ 11969720 w 12192000"/>
              <a:gd name="connsiteY80" fmla="*/ 964737 h 4939827"/>
              <a:gd name="connsiteX81" fmla="*/ 12055766 w 12192000"/>
              <a:gd name="connsiteY81" fmla="*/ 991268 h 4939827"/>
              <a:gd name="connsiteX82" fmla="*/ 12171539 w 12192000"/>
              <a:gd name="connsiteY82" fmla="*/ 995427 h 4939827"/>
              <a:gd name="connsiteX83" fmla="*/ 12187831 w 12192000"/>
              <a:gd name="connsiteY83" fmla="*/ 996580 h 4939827"/>
              <a:gd name="connsiteX84" fmla="*/ 12192000 w 12192000"/>
              <a:gd name="connsiteY84" fmla="*/ 996726 h 4939827"/>
              <a:gd name="connsiteX85" fmla="*/ 12192000 w 12192000"/>
              <a:gd name="connsiteY85" fmla="*/ 4939827 h 4939827"/>
              <a:gd name="connsiteX86" fmla="*/ 0 w 12192000"/>
              <a:gd name="connsiteY86" fmla="*/ 4939827 h 4939827"/>
              <a:gd name="connsiteX87" fmla="*/ 0 w 12192000"/>
              <a:gd name="connsiteY87" fmla="*/ 512043 h 4939827"/>
              <a:gd name="connsiteX88" fmla="*/ 7381 w 12192000"/>
              <a:gd name="connsiteY88" fmla="*/ 512580 h 4939827"/>
              <a:gd name="connsiteX89" fmla="*/ 100029 w 12192000"/>
              <a:gd name="connsiteY89" fmla="*/ 504758 h 4939827"/>
              <a:gd name="connsiteX90" fmla="*/ 155244 w 12192000"/>
              <a:gd name="connsiteY90" fmla="*/ 525130 h 4939827"/>
              <a:gd name="connsiteX91" fmla="*/ 254366 w 12192000"/>
              <a:gd name="connsiteY91" fmla="*/ 534449 h 4939827"/>
              <a:gd name="connsiteX92" fmla="*/ 447292 w 12192000"/>
              <a:gd name="connsiteY92" fmla="*/ 542725 h 4939827"/>
              <a:gd name="connsiteX93" fmla="*/ 628105 w 12192000"/>
              <a:gd name="connsiteY93" fmla="*/ 547853 h 4939827"/>
              <a:gd name="connsiteX94" fmla="*/ 783146 w 12192000"/>
              <a:gd name="connsiteY94" fmla="*/ 591799 h 4939827"/>
              <a:gd name="connsiteX95" fmla="*/ 1043676 w 12192000"/>
              <a:gd name="connsiteY95" fmla="*/ 591887 h 4939827"/>
              <a:gd name="connsiteX96" fmla="*/ 1281816 w 12192000"/>
              <a:gd name="connsiteY96" fmla="*/ 520946 h 4939827"/>
              <a:gd name="connsiteX97" fmla="*/ 1486347 w 12192000"/>
              <a:gd name="connsiteY97" fmla="*/ 487310 h 4939827"/>
              <a:gd name="connsiteX98" fmla="*/ 1568079 w 12192000"/>
              <a:gd name="connsiteY98" fmla="*/ 462531 h 4939827"/>
              <a:gd name="connsiteX99" fmla="*/ 1622516 w 12192000"/>
              <a:gd name="connsiteY99" fmla="*/ 466058 h 4939827"/>
              <a:gd name="connsiteX100" fmla="*/ 1655457 w 12192000"/>
              <a:gd name="connsiteY100" fmla="*/ 465359 h 4939827"/>
              <a:gd name="connsiteX101" fmla="*/ 1717454 w 12192000"/>
              <a:gd name="connsiteY101" fmla="*/ 417203 h 4939827"/>
              <a:gd name="connsiteX102" fmla="*/ 1913794 w 12192000"/>
              <a:gd name="connsiteY102" fmla="*/ 365255 h 4939827"/>
              <a:gd name="connsiteX103" fmla="*/ 2129762 w 12192000"/>
              <a:gd name="connsiteY103" fmla="*/ 367832 h 4939827"/>
              <a:gd name="connsiteX104" fmla="*/ 2376970 w 12192000"/>
              <a:gd name="connsiteY104" fmla="*/ 350129 h 4939827"/>
              <a:gd name="connsiteX105" fmla="*/ 2480155 w 12192000"/>
              <a:gd name="connsiteY105" fmla="*/ 359227 h 4939827"/>
              <a:gd name="connsiteX106" fmla="*/ 2586782 w 12192000"/>
              <a:gd name="connsiteY106" fmla="*/ 339352 h 4939827"/>
              <a:gd name="connsiteX107" fmla="*/ 2679617 w 12192000"/>
              <a:gd name="connsiteY107" fmla="*/ 305383 h 4939827"/>
              <a:gd name="connsiteX108" fmla="*/ 2788947 w 12192000"/>
              <a:gd name="connsiteY108" fmla="*/ 250375 h 4939827"/>
              <a:gd name="connsiteX109" fmla="*/ 2965530 w 12192000"/>
              <a:gd name="connsiteY109" fmla="*/ 245958 h 4939827"/>
              <a:gd name="connsiteX110" fmla="*/ 3103677 w 12192000"/>
              <a:gd name="connsiteY110" fmla="*/ 209527 h 4939827"/>
              <a:gd name="connsiteX111" fmla="*/ 3126759 w 12192000"/>
              <a:gd name="connsiteY111" fmla="*/ 211226 h 4939827"/>
              <a:gd name="connsiteX112" fmla="*/ 3164020 w 12192000"/>
              <a:gd name="connsiteY112" fmla="*/ 212779 h 4939827"/>
              <a:gd name="connsiteX113" fmla="*/ 3285019 w 12192000"/>
              <a:gd name="connsiteY113" fmla="*/ 220535 h 4939827"/>
              <a:gd name="connsiteX114" fmla="*/ 3365154 w 12192000"/>
              <a:gd name="connsiteY114" fmla="*/ 226416 h 4939827"/>
              <a:gd name="connsiteX115" fmla="*/ 3367507 w 12192000"/>
              <a:gd name="connsiteY115" fmla="*/ 225416 h 4939827"/>
              <a:gd name="connsiteX116" fmla="*/ 3387567 w 12192000"/>
              <a:gd name="connsiteY116" fmla="*/ 227103 h 4939827"/>
              <a:gd name="connsiteX117" fmla="*/ 3498001 w 12192000"/>
              <a:gd name="connsiteY117" fmla="*/ 231941 h 4939827"/>
              <a:gd name="connsiteX118" fmla="*/ 3561557 w 12192000"/>
              <a:gd name="connsiteY118" fmla="*/ 228095 h 4939827"/>
              <a:gd name="connsiteX119" fmla="*/ 3611920 w 12192000"/>
              <a:gd name="connsiteY119" fmla="*/ 218094 h 4939827"/>
              <a:gd name="connsiteX120" fmla="*/ 3620528 w 12192000"/>
              <a:gd name="connsiteY120" fmla="*/ 218788 h 4939827"/>
              <a:gd name="connsiteX121" fmla="*/ 3620766 w 12192000"/>
              <a:gd name="connsiteY121" fmla="*/ 218511 h 4939827"/>
              <a:gd name="connsiteX122" fmla="*/ 3629977 w 12192000"/>
              <a:gd name="connsiteY122" fmla="*/ 218664 h 4939827"/>
              <a:gd name="connsiteX123" fmla="*/ 3636217 w 12192000"/>
              <a:gd name="connsiteY123" fmla="*/ 220048 h 4939827"/>
              <a:gd name="connsiteX124" fmla="*/ 3709484 w 12192000"/>
              <a:gd name="connsiteY124" fmla="*/ 186927 h 4939827"/>
              <a:gd name="connsiteX125" fmla="*/ 3761342 w 12192000"/>
              <a:gd name="connsiteY125" fmla="*/ 177474 h 4939827"/>
              <a:gd name="connsiteX126" fmla="*/ 3799748 w 12192000"/>
              <a:gd name="connsiteY126" fmla="*/ 167154 h 4939827"/>
              <a:gd name="connsiteX127" fmla="*/ 3922756 w 12192000"/>
              <a:gd name="connsiteY127" fmla="*/ 194044 h 4939827"/>
              <a:gd name="connsiteX128" fmla="*/ 4028476 w 12192000"/>
              <a:gd name="connsiteY128" fmla="*/ 223679 h 4939827"/>
              <a:gd name="connsiteX129" fmla="*/ 4191582 w 12192000"/>
              <a:gd name="connsiteY129" fmla="*/ 238952 h 4939827"/>
              <a:gd name="connsiteX130" fmla="*/ 4251024 w 12192000"/>
              <a:gd name="connsiteY130" fmla="*/ 240874 h 4939827"/>
              <a:gd name="connsiteX131" fmla="*/ 4355275 w 12192000"/>
              <a:gd name="connsiteY131" fmla="*/ 260205 h 4939827"/>
              <a:gd name="connsiteX132" fmla="*/ 4423807 w 12192000"/>
              <a:gd name="connsiteY132" fmla="*/ 270366 h 4939827"/>
              <a:gd name="connsiteX133" fmla="*/ 4558432 w 12192000"/>
              <a:gd name="connsiteY133" fmla="*/ 269194 h 4939827"/>
              <a:gd name="connsiteX134" fmla="*/ 4635061 w 12192000"/>
              <a:gd name="connsiteY134" fmla="*/ 280682 h 4939827"/>
              <a:gd name="connsiteX135" fmla="*/ 4807427 w 12192000"/>
              <a:gd name="connsiteY135" fmla="*/ 276835 h 4939827"/>
              <a:gd name="connsiteX136" fmla="*/ 5028933 w 12192000"/>
              <a:gd name="connsiteY136" fmla="*/ 183887 h 4939827"/>
              <a:gd name="connsiteX137" fmla="*/ 5093642 w 12192000"/>
              <a:gd name="connsiteY137" fmla="*/ 177214 h 4939827"/>
              <a:gd name="connsiteX138" fmla="*/ 5102642 w 12192000"/>
              <a:gd name="connsiteY138" fmla="*/ 186816 h 4939827"/>
              <a:gd name="connsiteX139" fmla="*/ 5193590 w 12192000"/>
              <a:gd name="connsiteY139" fmla="*/ 156458 h 4939827"/>
              <a:gd name="connsiteX140" fmla="*/ 5323922 w 12192000"/>
              <a:gd name="connsiteY140" fmla="*/ 146332 h 4939827"/>
              <a:gd name="connsiteX141" fmla="*/ 5421860 w 12192000"/>
              <a:gd name="connsiteY141" fmla="*/ 167298 h 4939827"/>
              <a:gd name="connsiteX142" fmla="*/ 5476948 w 12192000"/>
              <a:gd name="connsiteY142" fmla="*/ 173249 h 4939827"/>
              <a:gd name="connsiteX143" fmla="*/ 5516842 w 12192000"/>
              <a:gd name="connsiteY143" fmla="*/ 184018 h 4939827"/>
              <a:gd name="connsiteX144" fmla="*/ 5619415 w 12192000"/>
              <a:gd name="connsiteY144" fmla="*/ 176781 h 4939827"/>
              <a:gd name="connsiteX145" fmla="*/ 5789867 w 12192000"/>
              <a:gd name="connsiteY145" fmla="*/ 150304 h 4939827"/>
              <a:gd name="connsiteX146" fmla="*/ 5825953 w 12192000"/>
              <a:gd name="connsiteY146" fmla="*/ 147907 h 4939827"/>
              <a:gd name="connsiteX147" fmla="*/ 5856168 w 12192000"/>
              <a:gd name="connsiteY147" fmla="*/ 158719 h 4939827"/>
              <a:gd name="connsiteX148" fmla="*/ 5862476 w 12192000"/>
              <a:gd name="connsiteY148" fmla="*/ 172447 h 4939827"/>
              <a:gd name="connsiteX149" fmla="*/ 5882195 w 12192000"/>
              <a:gd name="connsiteY149" fmla="*/ 173195 h 4939827"/>
              <a:gd name="connsiteX150" fmla="*/ 5952585 w 12192000"/>
              <a:gd name="connsiteY150" fmla="*/ 161012 h 4939827"/>
              <a:gd name="connsiteX151" fmla="*/ 6001964 w 12192000"/>
              <a:gd name="connsiteY151" fmla="*/ 154786 h 4939827"/>
              <a:gd name="connsiteX152" fmla="*/ 6184207 w 12192000"/>
              <a:gd name="connsiteY152" fmla="*/ 132658 h 4939827"/>
              <a:gd name="connsiteX153" fmla="*/ 6415830 w 12192000"/>
              <a:gd name="connsiteY153" fmla="*/ 136006 h 4939827"/>
              <a:gd name="connsiteX154" fmla="*/ 6756965 w 12192000"/>
              <a:gd name="connsiteY154" fmla="*/ 57636 h 4939827"/>
              <a:gd name="connsiteX155" fmla="*/ 6819400 w 12192000"/>
              <a:gd name="connsiteY155" fmla="*/ 30742 h 4939827"/>
              <a:gd name="connsiteX156" fmla="*/ 6986370 w 12192000"/>
              <a:gd name="connsiteY156" fmla="*/ 12659 h 4939827"/>
              <a:gd name="connsiteX157" fmla="*/ 6989536 w 12192000"/>
              <a:gd name="connsiteY157" fmla="*/ 14528 h 4939827"/>
              <a:gd name="connsiteX158" fmla="*/ 7015933 w 12192000"/>
              <a:gd name="connsiteY158" fmla="*/ 9653 h 4939827"/>
              <a:gd name="connsiteX159" fmla="*/ 7020592 w 12192000"/>
              <a:gd name="connsiteY159" fmla="*/ 1651 h 4939827"/>
              <a:gd name="connsiteX160" fmla="*/ 7025905 w 12192000"/>
              <a:gd name="connsiteY160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33396 w 12192000"/>
              <a:gd name="connsiteY50" fmla="*/ 274803 h 4939827"/>
              <a:gd name="connsiteX51" fmla="*/ 9371484 w 12192000"/>
              <a:gd name="connsiteY51" fmla="*/ 329634 h 4939827"/>
              <a:gd name="connsiteX52" fmla="*/ 9404829 w 12192000"/>
              <a:gd name="connsiteY52" fmla="*/ 339038 h 4939827"/>
              <a:gd name="connsiteX53" fmla="*/ 9427021 w 12192000"/>
              <a:gd name="connsiteY53" fmla="*/ 358784 h 4939827"/>
              <a:gd name="connsiteX54" fmla="*/ 9670844 w 12192000"/>
              <a:gd name="connsiteY54" fmla="*/ 405128 h 4939827"/>
              <a:gd name="connsiteX55" fmla="*/ 9816083 w 12192000"/>
              <a:gd name="connsiteY55" fmla="*/ 416573 h 4939827"/>
              <a:gd name="connsiteX56" fmla="*/ 9936741 w 12192000"/>
              <a:gd name="connsiteY56" fmla="*/ 437044 h 4939827"/>
              <a:gd name="connsiteX57" fmla="*/ 10050093 w 12192000"/>
              <a:gd name="connsiteY57" fmla="*/ 443783 h 4939827"/>
              <a:gd name="connsiteX58" fmla="*/ 10130090 w 12192000"/>
              <a:gd name="connsiteY58" fmla="*/ 459520 h 4939827"/>
              <a:gd name="connsiteX59" fmla="*/ 10173456 w 12192000"/>
              <a:gd name="connsiteY59" fmla="*/ 457749 h 4939827"/>
              <a:gd name="connsiteX60" fmla="*/ 10218232 w 12192000"/>
              <a:gd name="connsiteY60" fmla="*/ 459820 h 4939827"/>
              <a:gd name="connsiteX61" fmla="*/ 10354176 w 12192000"/>
              <a:gd name="connsiteY61" fmla="*/ 471377 h 4939827"/>
              <a:gd name="connsiteX62" fmla="*/ 10430681 w 12192000"/>
              <a:gd name="connsiteY62" fmla="*/ 481226 h 4939827"/>
              <a:gd name="connsiteX63" fmla="*/ 10478169 w 12192000"/>
              <a:gd name="connsiteY63" fmla="*/ 481774 h 4939827"/>
              <a:gd name="connsiteX64" fmla="*/ 10540907 w 12192000"/>
              <a:gd name="connsiteY64" fmla="*/ 485607 h 4939827"/>
              <a:gd name="connsiteX65" fmla="*/ 10614941 w 12192000"/>
              <a:gd name="connsiteY65" fmla="*/ 487592 h 4939827"/>
              <a:gd name="connsiteX66" fmla="*/ 10674098 w 12192000"/>
              <a:gd name="connsiteY66" fmla="*/ 521656 h 4939827"/>
              <a:gd name="connsiteX67" fmla="*/ 10874834 w 12192000"/>
              <a:gd name="connsiteY67" fmla="*/ 574867 h 4939827"/>
              <a:gd name="connsiteX68" fmla="*/ 10944981 w 12192000"/>
              <a:gd name="connsiteY68" fmla="*/ 615042 h 4939827"/>
              <a:gd name="connsiteX69" fmla="*/ 11006376 w 12192000"/>
              <a:gd name="connsiteY69" fmla="*/ 645957 h 4939827"/>
              <a:gd name="connsiteX70" fmla="*/ 11076308 w 12192000"/>
              <a:gd name="connsiteY70" fmla="*/ 675698 h 4939827"/>
              <a:gd name="connsiteX71" fmla="*/ 11148789 w 12192000"/>
              <a:gd name="connsiteY71" fmla="*/ 685041 h 4939827"/>
              <a:gd name="connsiteX72" fmla="*/ 11249129 w 12192000"/>
              <a:gd name="connsiteY72" fmla="*/ 684218 h 4939827"/>
              <a:gd name="connsiteX73" fmla="*/ 11299915 w 12192000"/>
              <a:gd name="connsiteY73" fmla="*/ 692177 h 4939827"/>
              <a:gd name="connsiteX74" fmla="*/ 11386973 w 12192000"/>
              <a:gd name="connsiteY74" fmla="*/ 708209 h 4939827"/>
              <a:gd name="connsiteX75" fmla="*/ 11500105 w 12192000"/>
              <a:gd name="connsiteY75" fmla="*/ 735014 h 4939827"/>
              <a:gd name="connsiteX76" fmla="*/ 11621735 w 12192000"/>
              <a:gd name="connsiteY76" fmla="*/ 789584 h 4939827"/>
              <a:gd name="connsiteX77" fmla="*/ 11691200 w 12192000"/>
              <a:gd name="connsiteY77" fmla="*/ 867902 h 4939827"/>
              <a:gd name="connsiteX78" fmla="*/ 11819427 w 12192000"/>
              <a:gd name="connsiteY78" fmla="*/ 911634 h 4939827"/>
              <a:gd name="connsiteX79" fmla="*/ 11969720 w 12192000"/>
              <a:gd name="connsiteY79" fmla="*/ 964737 h 4939827"/>
              <a:gd name="connsiteX80" fmla="*/ 12055766 w 12192000"/>
              <a:gd name="connsiteY80" fmla="*/ 991268 h 4939827"/>
              <a:gd name="connsiteX81" fmla="*/ 12171539 w 12192000"/>
              <a:gd name="connsiteY81" fmla="*/ 995427 h 4939827"/>
              <a:gd name="connsiteX82" fmla="*/ 12187831 w 12192000"/>
              <a:gd name="connsiteY82" fmla="*/ 996580 h 4939827"/>
              <a:gd name="connsiteX83" fmla="*/ 12192000 w 12192000"/>
              <a:gd name="connsiteY83" fmla="*/ 996726 h 4939827"/>
              <a:gd name="connsiteX84" fmla="*/ 12192000 w 12192000"/>
              <a:gd name="connsiteY84" fmla="*/ 4939827 h 4939827"/>
              <a:gd name="connsiteX85" fmla="*/ 0 w 12192000"/>
              <a:gd name="connsiteY85" fmla="*/ 4939827 h 4939827"/>
              <a:gd name="connsiteX86" fmla="*/ 0 w 12192000"/>
              <a:gd name="connsiteY86" fmla="*/ 512043 h 4939827"/>
              <a:gd name="connsiteX87" fmla="*/ 7381 w 12192000"/>
              <a:gd name="connsiteY87" fmla="*/ 512580 h 4939827"/>
              <a:gd name="connsiteX88" fmla="*/ 100029 w 12192000"/>
              <a:gd name="connsiteY88" fmla="*/ 504758 h 4939827"/>
              <a:gd name="connsiteX89" fmla="*/ 155244 w 12192000"/>
              <a:gd name="connsiteY89" fmla="*/ 525130 h 4939827"/>
              <a:gd name="connsiteX90" fmla="*/ 254366 w 12192000"/>
              <a:gd name="connsiteY90" fmla="*/ 534449 h 4939827"/>
              <a:gd name="connsiteX91" fmla="*/ 447292 w 12192000"/>
              <a:gd name="connsiteY91" fmla="*/ 542725 h 4939827"/>
              <a:gd name="connsiteX92" fmla="*/ 628105 w 12192000"/>
              <a:gd name="connsiteY92" fmla="*/ 547853 h 4939827"/>
              <a:gd name="connsiteX93" fmla="*/ 783146 w 12192000"/>
              <a:gd name="connsiteY93" fmla="*/ 591799 h 4939827"/>
              <a:gd name="connsiteX94" fmla="*/ 1043676 w 12192000"/>
              <a:gd name="connsiteY94" fmla="*/ 591887 h 4939827"/>
              <a:gd name="connsiteX95" fmla="*/ 1281816 w 12192000"/>
              <a:gd name="connsiteY95" fmla="*/ 520946 h 4939827"/>
              <a:gd name="connsiteX96" fmla="*/ 1486347 w 12192000"/>
              <a:gd name="connsiteY96" fmla="*/ 487310 h 4939827"/>
              <a:gd name="connsiteX97" fmla="*/ 1568079 w 12192000"/>
              <a:gd name="connsiteY97" fmla="*/ 462531 h 4939827"/>
              <a:gd name="connsiteX98" fmla="*/ 1622516 w 12192000"/>
              <a:gd name="connsiteY98" fmla="*/ 466058 h 4939827"/>
              <a:gd name="connsiteX99" fmla="*/ 1655457 w 12192000"/>
              <a:gd name="connsiteY99" fmla="*/ 465359 h 4939827"/>
              <a:gd name="connsiteX100" fmla="*/ 1717454 w 12192000"/>
              <a:gd name="connsiteY100" fmla="*/ 417203 h 4939827"/>
              <a:gd name="connsiteX101" fmla="*/ 1913794 w 12192000"/>
              <a:gd name="connsiteY101" fmla="*/ 365255 h 4939827"/>
              <a:gd name="connsiteX102" fmla="*/ 2129762 w 12192000"/>
              <a:gd name="connsiteY102" fmla="*/ 367832 h 4939827"/>
              <a:gd name="connsiteX103" fmla="*/ 2376970 w 12192000"/>
              <a:gd name="connsiteY103" fmla="*/ 350129 h 4939827"/>
              <a:gd name="connsiteX104" fmla="*/ 2480155 w 12192000"/>
              <a:gd name="connsiteY104" fmla="*/ 359227 h 4939827"/>
              <a:gd name="connsiteX105" fmla="*/ 2586782 w 12192000"/>
              <a:gd name="connsiteY105" fmla="*/ 339352 h 4939827"/>
              <a:gd name="connsiteX106" fmla="*/ 2679617 w 12192000"/>
              <a:gd name="connsiteY106" fmla="*/ 305383 h 4939827"/>
              <a:gd name="connsiteX107" fmla="*/ 2788947 w 12192000"/>
              <a:gd name="connsiteY107" fmla="*/ 250375 h 4939827"/>
              <a:gd name="connsiteX108" fmla="*/ 2965530 w 12192000"/>
              <a:gd name="connsiteY108" fmla="*/ 245958 h 4939827"/>
              <a:gd name="connsiteX109" fmla="*/ 3103677 w 12192000"/>
              <a:gd name="connsiteY109" fmla="*/ 209527 h 4939827"/>
              <a:gd name="connsiteX110" fmla="*/ 3126759 w 12192000"/>
              <a:gd name="connsiteY110" fmla="*/ 211226 h 4939827"/>
              <a:gd name="connsiteX111" fmla="*/ 3164020 w 12192000"/>
              <a:gd name="connsiteY111" fmla="*/ 212779 h 4939827"/>
              <a:gd name="connsiteX112" fmla="*/ 3285019 w 12192000"/>
              <a:gd name="connsiteY112" fmla="*/ 220535 h 4939827"/>
              <a:gd name="connsiteX113" fmla="*/ 3365154 w 12192000"/>
              <a:gd name="connsiteY113" fmla="*/ 226416 h 4939827"/>
              <a:gd name="connsiteX114" fmla="*/ 3367507 w 12192000"/>
              <a:gd name="connsiteY114" fmla="*/ 225416 h 4939827"/>
              <a:gd name="connsiteX115" fmla="*/ 3387567 w 12192000"/>
              <a:gd name="connsiteY115" fmla="*/ 227103 h 4939827"/>
              <a:gd name="connsiteX116" fmla="*/ 3498001 w 12192000"/>
              <a:gd name="connsiteY116" fmla="*/ 231941 h 4939827"/>
              <a:gd name="connsiteX117" fmla="*/ 3561557 w 12192000"/>
              <a:gd name="connsiteY117" fmla="*/ 228095 h 4939827"/>
              <a:gd name="connsiteX118" fmla="*/ 3611920 w 12192000"/>
              <a:gd name="connsiteY118" fmla="*/ 218094 h 4939827"/>
              <a:gd name="connsiteX119" fmla="*/ 3620528 w 12192000"/>
              <a:gd name="connsiteY119" fmla="*/ 218788 h 4939827"/>
              <a:gd name="connsiteX120" fmla="*/ 3620766 w 12192000"/>
              <a:gd name="connsiteY120" fmla="*/ 218511 h 4939827"/>
              <a:gd name="connsiteX121" fmla="*/ 3629977 w 12192000"/>
              <a:gd name="connsiteY121" fmla="*/ 218664 h 4939827"/>
              <a:gd name="connsiteX122" fmla="*/ 3636217 w 12192000"/>
              <a:gd name="connsiteY122" fmla="*/ 220048 h 4939827"/>
              <a:gd name="connsiteX123" fmla="*/ 3709484 w 12192000"/>
              <a:gd name="connsiteY123" fmla="*/ 186927 h 4939827"/>
              <a:gd name="connsiteX124" fmla="*/ 3761342 w 12192000"/>
              <a:gd name="connsiteY124" fmla="*/ 177474 h 4939827"/>
              <a:gd name="connsiteX125" fmla="*/ 3799748 w 12192000"/>
              <a:gd name="connsiteY125" fmla="*/ 167154 h 4939827"/>
              <a:gd name="connsiteX126" fmla="*/ 3922756 w 12192000"/>
              <a:gd name="connsiteY126" fmla="*/ 194044 h 4939827"/>
              <a:gd name="connsiteX127" fmla="*/ 4028476 w 12192000"/>
              <a:gd name="connsiteY127" fmla="*/ 223679 h 4939827"/>
              <a:gd name="connsiteX128" fmla="*/ 4191582 w 12192000"/>
              <a:gd name="connsiteY128" fmla="*/ 238952 h 4939827"/>
              <a:gd name="connsiteX129" fmla="*/ 4251024 w 12192000"/>
              <a:gd name="connsiteY129" fmla="*/ 240874 h 4939827"/>
              <a:gd name="connsiteX130" fmla="*/ 4355275 w 12192000"/>
              <a:gd name="connsiteY130" fmla="*/ 260205 h 4939827"/>
              <a:gd name="connsiteX131" fmla="*/ 4423807 w 12192000"/>
              <a:gd name="connsiteY131" fmla="*/ 270366 h 4939827"/>
              <a:gd name="connsiteX132" fmla="*/ 4558432 w 12192000"/>
              <a:gd name="connsiteY132" fmla="*/ 269194 h 4939827"/>
              <a:gd name="connsiteX133" fmla="*/ 4635061 w 12192000"/>
              <a:gd name="connsiteY133" fmla="*/ 280682 h 4939827"/>
              <a:gd name="connsiteX134" fmla="*/ 4807427 w 12192000"/>
              <a:gd name="connsiteY134" fmla="*/ 276835 h 4939827"/>
              <a:gd name="connsiteX135" fmla="*/ 5028933 w 12192000"/>
              <a:gd name="connsiteY135" fmla="*/ 183887 h 4939827"/>
              <a:gd name="connsiteX136" fmla="*/ 5093642 w 12192000"/>
              <a:gd name="connsiteY136" fmla="*/ 177214 h 4939827"/>
              <a:gd name="connsiteX137" fmla="*/ 5102642 w 12192000"/>
              <a:gd name="connsiteY137" fmla="*/ 186816 h 4939827"/>
              <a:gd name="connsiteX138" fmla="*/ 5193590 w 12192000"/>
              <a:gd name="connsiteY138" fmla="*/ 156458 h 4939827"/>
              <a:gd name="connsiteX139" fmla="*/ 5323922 w 12192000"/>
              <a:gd name="connsiteY139" fmla="*/ 146332 h 4939827"/>
              <a:gd name="connsiteX140" fmla="*/ 5421860 w 12192000"/>
              <a:gd name="connsiteY140" fmla="*/ 167298 h 4939827"/>
              <a:gd name="connsiteX141" fmla="*/ 5476948 w 12192000"/>
              <a:gd name="connsiteY141" fmla="*/ 173249 h 4939827"/>
              <a:gd name="connsiteX142" fmla="*/ 5516842 w 12192000"/>
              <a:gd name="connsiteY142" fmla="*/ 184018 h 4939827"/>
              <a:gd name="connsiteX143" fmla="*/ 5619415 w 12192000"/>
              <a:gd name="connsiteY143" fmla="*/ 176781 h 4939827"/>
              <a:gd name="connsiteX144" fmla="*/ 5789867 w 12192000"/>
              <a:gd name="connsiteY144" fmla="*/ 150304 h 4939827"/>
              <a:gd name="connsiteX145" fmla="*/ 5825953 w 12192000"/>
              <a:gd name="connsiteY145" fmla="*/ 147907 h 4939827"/>
              <a:gd name="connsiteX146" fmla="*/ 5856168 w 12192000"/>
              <a:gd name="connsiteY146" fmla="*/ 158719 h 4939827"/>
              <a:gd name="connsiteX147" fmla="*/ 5862476 w 12192000"/>
              <a:gd name="connsiteY147" fmla="*/ 172447 h 4939827"/>
              <a:gd name="connsiteX148" fmla="*/ 5882195 w 12192000"/>
              <a:gd name="connsiteY148" fmla="*/ 173195 h 4939827"/>
              <a:gd name="connsiteX149" fmla="*/ 5952585 w 12192000"/>
              <a:gd name="connsiteY149" fmla="*/ 161012 h 4939827"/>
              <a:gd name="connsiteX150" fmla="*/ 6001964 w 12192000"/>
              <a:gd name="connsiteY150" fmla="*/ 154786 h 4939827"/>
              <a:gd name="connsiteX151" fmla="*/ 6184207 w 12192000"/>
              <a:gd name="connsiteY151" fmla="*/ 132658 h 4939827"/>
              <a:gd name="connsiteX152" fmla="*/ 6415830 w 12192000"/>
              <a:gd name="connsiteY152" fmla="*/ 136006 h 4939827"/>
              <a:gd name="connsiteX153" fmla="*/ 6756965 w 12192000"/>
              <a:gd name="connsiteY153" fmla="*/ 57636 h 4939827"/>
              <a:gd name="connsiteX154" fmla="*/ 6819400 w 12192000"/>
              <a:gd name="connsiteY154" fmla="*/ 30742 h 4939827"/>
              <a:gd name="connsiteX155" fmla="*/ 6986370 w 12192000"/>
              <a:gd name="connsiteY155" fmla="*/ 12659 h 4939827"/>
              <a:gd name="connsiteX156" fmla="*/ 6989536 w 12192000"/>
              <a:gd name="connsiteY156" fmla="*/ 14528 h 4939827"/>
              <a:gd name="connsiteX157" fmla="*/ 7015933 w 12192000"/>
              <a:gd name="connsiteY157" fmla="*/ 9653 h 4939827"/>
              <a:gd name="connsiteX158" fmla="*/ 7020592 w 12192000"/>
              <a:gd name="connsiteY158" fmla="*/ 1651 h 4939827"/>
              <a:gd name="connsiteX159" fmla="*/ 7025905 w 12192000"/>
              <a:gd name="connsiteY15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586687 w 12192000"/>
              <a:gd name="connsiteY30" fmla="*/ 264089 h 4939827"/>
              <a:gd name="connsiteX31" fmla="*/ 8672650 w 12192000"/>
              <a:gd name="connsiteY31" fmla="*/ 254821 h 4939827"/>
              <a:gd name="connsiteX32" fmla="*/ 8785543 w 12192000"/>
              <a:gd name="connsiteY32" fmla="*/ 263406 h 4939827"/>
              <a:gd name="connsiteX33" fmla="*/ 8830588 w 12192000"/>
              <a:gd name="connsiteY33" fmla="*/ 265483 h 4939827"/>
              <a:gd name="connsiteX34" fmla="*/ 8905142 w 12192000"/>
              <a:gd name="connsiteY34" fmla="*/ 264958 h 4939827"/>
              <a:gd name="connsiteX35" fmla="*/ 8968582 w 12192000"/>
              <a:gd name="connsiteY35" fmla="*/ 262728 h 4939827"/>
              <a:gd name="connsiteX36" fmla="*/ 8972994 w 12192000"/>
              <a:gd name="connsiteY36" fmla="*/ 263284 h 4939827"/>
              <a:gd name="connsiteX37" fmla="*/ 9004605 w 12192000"/>
              <a:gd name="connsiteY37" fmla="*/ 258041 h 4939827"/>
              <a:gd name="connsiteX38" fmla="*/ 9016165 w 12192000"/>
              <a:gd name="connsiteY38" fmla="*/ 261258 h 4939827"/>
              <a:gd name="connsiteX39" fmla="*/ 9043297 w 12192000"/>
              <a:gd name="connsiteY39" fmla="*/ 281547 h 4939827"/>
              <a:gd name="connsiteX40" fmla="*/ 9048315 w 12192000"/>
              <a:gd name="connsiteY40" fmla="*/ 279264 h 4939827"/>
              <a:gd name="connsiteX41" fmla="*/ 9054706 w 12192000"/>
              <a:gd name="connsiteY41" fmla="*/ 278538 h 4939827"/>
              <a:gd name="connsiteX42" fmla="*/ 9070919 w 12192000"/>
              <a:gd name="connsiteY42" fmla="*/ 281810 h 4939827"/>
              <a:gd name="connsiteX43" fmla="*/ 9076813 w 12192000"/>
              <a:gd name="connsiteY43" fmla="*/ 283909 h 4939827"/>
              <a:gd name="connsiteX44" fmla="*/ 9085871 w 12192000"/>
              <a:gd name="connsiteY44" fmla="*/ 285133 h 4939827"/>
              <a:gd name="connsiteX45" fmla="*/ 9086159 w 12192000"/>
              <a:gd name="connsiteY45" fmla="*/ 284887 h 4939827"/>
              <a:gd name="connsiteX46" fmla="*/ 9134606 w 12192000"/>
              <a:gd name="connsiteY46" fmla="*/ 288168 h 4939827"/>
              <a:gd name="connsiteX47" fmla="*/ 9195590 w 12192000"/>
              <a:gd name="connsiteY47" fmla="*/ 279568 h 4939827"/>
              <a:gd name="connsiteX48" fmla="*/ 9219336 w 12192000"/>
              <a:gd name="connsiteY48" fmla="*/ 278133 h 4939827"/>
              <a:gd name="connsiteX49" fmla="*/ 9232362 w 12192000"/>
              <a:gd name="connsiteY49" fmla="*/ 275894 h 4939827"/>
              <a:gd name="connsiteX50" fmla="*/ 9283638 w 12192000"/>
              <a:gd name="connsiteY50" fmla="*/ 299924 h 4939827"/>
              <a:gd name="connsiteX51" fmla="*/ 9371484 w 12192000"/>
              <a:gd name="connsiteY51" fmla="*/ 329634 h 4939827"/>
              <a:gd name="connsiteX52" fmla="*/ 9404829 w 12192000"/>
              <a:gd name="connsiteY52" fmla="*/ 339038 h 4939827"/>
              <a:gd name="connsiteX53" fmla="*/ 9427021 w 12192000"/>
              <a:gd name="connsiteY53" fmla="*/ 358784 h 4939827"/>
              <a:gd name="connsiteX54" fmla="*/ 9670844 w 12192000"/>
              <a:gd name="connsiteY54" fmla="*/ 405128 h 4939827"/>
              <a:gd name="connsiteX55" fmla="*/ 9816083 w 12192000"/>
              <a:gd name="connsiteY55" fmla="*/ 416573 h 4939827"/>
              <a:gd name="connsiteX56" fmla="*/ 9936741 w 12192000"/>
              <a:gd name="connsiteY56" fmla="*/ 437044 h 4939827"/>
              <a:gd name="connsiteX57" fmla="*/ 10050093 w 12192000"/>
              <a:gd name="connsiteY57" fmla="*/ 443783 h 4939827"/>
              <a:gd name="connsiteX58" fmla="*/ 10130090 w 12192000"/>
              <a:gd name="connsiteY58" fmla="*/ 459520 h 4939827"/>
              <a:gd name="connsiteX59" fmla="*/ 10173456 w 12192000"/>
              <a:gd name="connsiteY59" fmla="*/ 457749 h 4939827"/>
              <a:gd name="connsiteX60" fmla="*/ 10218232 w 12192000"/>
              <a:gd name="connsiteY60" fmla="*/ 459820 h 4939827"/>
              <a:gd name="connsiteX61" fmla="*/ 10354176 w 12192000"/>
              <a:gd name="connsiteY61" fmla="*/ 471377 h 4939827"/>
              <a:gd name="connsiteX62" fmla="*/ 10430681 w 12192000"/>
              <a:gd name="connsiteY62" fmla="*/ 481226 h 4939827"/>
              <a:gd name="connsiteX63" fmla="*/ 10478169 w 12192000"/>
              <a:gd name="connsiteY63" fmla="*/ 481774 h 4939827"/>
              <a:gd name="connsiteX64" fmla="*/ 10540907 w 12192000"/>
              <a:gd name="connsiteY64" fmla="*/ 485607 h 4939827"/>
              <a:gd name="connsiteX65" fmla="*/ 10614941 w 12192000"/>
              <a:gd name="connsiteY65" fmla="*/ 487592 h 4939827"/>
              <a:gd name="connsiteX66" fmla="*/ 10674098 w 12192000"/>
              <a:gd name="connsiteY66" fmla="*/ 521656 h 4939827"/>
              <a:gd name="connsiteX67" fmla="*/ 10874834 w 12192000"/>
              <a:gd name="connsiteY67" fmla="*/ 574867 h 4939827"/>
              <a:gd name="connsiteX68" fmla="*/ 10944981 w 12192000"/>
              <a:gd name="connsiteY68" fmla="*/ 615042 h 4939827"/>
              <a:gd name="connsiteX69" fmla="*/ 11006376 w 12192000"/>
              <a:gd name="connsiteY69" fmla="*/ 645957 h 4939827"/>
              <a:gd name="connsiteX70" fmla="*/ 11076308 w 12192000"/>
              <a:gd name="connsiteY70" fmla="*/ 675698 h 4939827"/>
              <a:gd name="connsiteX71" fmla="*/ 11148789 w 12192000"/>
              <a:gd name="connsiteY71" fmla="*/ 685041 h 4939827"/>
              <a:gd name="connsiteX72" fmla="*/ 11249129 w 12192000"/>
              <a:gd name="connsiteY72" fmla="*/ 684218 h 4939827"/>
              <a:gd name="connsiteX73" fmla="*/ 11299915 w 12192000"/>
              <a:gd name="connsiteY73" fmla="*/ 692177 h 4939827"/>
              <a:gd name="connsiteX74" fmla="*/ 11386973 w 12192000"/>
              <a:gd name="connsiteY74" fmla="*/ 708209 h 4939827"/>
              <a:gd name="connsiteX75" fmla="*/ 11500105 w 12192000"/>
              <a:gd name="connsiteY75" fmla="*/ 735014 h 4939827"/>
              <a:gd name="connsiteX76" fmla="*/ 11621735 w 12192000"/>
              <a:gd name="connsiteY76" fmla="*/ 789584 h 4939827"/>
              <a:gd name="connsiteX77" fmla="*/ 11691200 w 12192000"/>
              <a:gd name="connsiteY77" fmla="*/ 867902 h 4939827"/>
              <a:gd name="connsiteX78" fmla="*/ 11819427 w 12192000"/>
              <a:gd name="connsiteY78" fmla="*/ 911634 h 4939827"/>
              <a:gd name="connsiteX79" fmla="*/ 11969720 w 12192000"/>
              <a:gd name="connsiteY79" fmla="*/ 964737 h 4939827"/>
              <a:gd name="connsiteX80" fmla="*/ 12055766 w 12192000"/>
              <a:gd name="connsiteY80" fmla="*/ 991268 h 4939827"/>
              <a:gd name="connsiteX81" fmla="*/ 12171539 w 12192000"/>
              <a:gd name="connsiteY81" fmla="*/ 995427 h 4939827"/>
              <a:gd name="connsiteX82" fmla="*/ 12187831 w 12192000"/>
              <a:gd name="connsiteY82" fmla="*/ 996580 h 4939827"/>
              <a:gd name="connsiteX83" fmla="*/ 12192000 w 12192000"/>
              <a:gd name="connsiteY83" fmla="*/ 996726 h 4939827"/>
              <a:gd name="connsiteX84" fmla="*/ 12192000 w 12192000"/>
              <a:gd name="connsiteY84" fmla="*/ 4939827 h 4939827"/>
              <a:gd name="connsiteX85" fmla="*/ 0 w 12192000"/>
              <a:gd name="connsiteY85" fmla="*/ 4939827 h 4939827"/>
              <a:gd name="connsiteX86" fmla="*/ 0 w 12192000"/>
              <a:gd name="connsiteY86" fmla="*/ 512043 h 4939827"/>
              <a:gd name="connsiteX87" fmla="*/ 7381 w 12192000"/>
              <a:gd name="connsiteY87" fmla="*/ 512580 h 4939827"/>
              <a:gd name="connsiteX88" fmla="*/ 100029 w 12192000"/>
              <a:gd name="connsiteY88" fmla="*/ 504758 h 4939827"/>
              <a:gd name="connsiteX89" fmla="*/ 155244 w 12192000"/>
              <a:gd name="connsiteY89" fmla="*/ 525130 h 4939827"/>
              <a:gd name="connsiteX90" fmla="*/ 254366 w 12192000"/>
              <a:gd name="connsiteY90" fmla="*/ 534449 h 4939827"/>
              <a:gd name="connsiteX91" fmla="*/ 447292 w 12192000"/>
              <a:gd name="connsiteY91" fmla="*/ 542725 h 4939827"/>
              <a:gd name="connsiteX92" fmla="*/ 628105 w 12192000"/>
              <a:gd name="connsiteY92" fmla="*/ 547853 h 4939827"/>
              <a:gd name="connsiteX93" fmla="*/ 783146 w 12192000"/>
              <a:gd name="connsiteY93" fmla="*/ 591799 h 4939827"/>
              <a:gd name="connsiteX94" fmla="*/ 1043676 w 12192000"/>
              <a:gd name="connsiteY94" fmla="*/ 591887 h 4939827"/>
              <a:gd name="connsiteX95" fmla="*/ 1281816 w 12192000"/>
              <a:gd name="connsiteY95" fmla="*/ 520946 h 4939827"/>
              <a:gd name="connsiteX96" fmla="*/ 1486347 w 12192000"/>
              <a:gd name="connsiteY96" fmla="*/ 487310 h 4939827"/>
              <a:gd name="connsiteX97" fmla="*/ 1568079 w 12192000"/>
              <a:gd name="connsiteY97" fmla="*/ 462531 h 4939827"/>
              <a:gd name="connsiteX98" fmla="*/ 1622516 w 12192000"/>
              <a:gd name="connsiteY98" fmla="*/ 466058 h 4939827"/>
              <a:gd name="connsiteX99" fmla="*/ 1655457 w 12192000"/>
              <a:gd name="connsiteY99" fmla="*/ 465359 h 4939827"/>
              <a:gd name="connsiteX100" fmla="*/ 1717454 w 12192000"/>
              <a:gd name="connsiteY100" fmla="*/ 417203 h 4939827"/>
              <a:gd name="connsiteX101" fmla="*/ 1913794 w 12192000"/>
              <a:gd name="connsiteY101" fmla="*/ 365255 h 4939827"/>
              <a:gd name="connsiteX102" fmla="*/ 2129762 w 12192000"/>
              <a:gd name="connsiteY102" fmla="*/ 367832 h 4939827"/>
              <a:gd name="connsiteX103" fmla="*/ 2376970 w 12192000"/>
              <a:gd name="connsiteY103" fmla="*/ 350129 h 4939827"/>
              <a:gd name="connsiteX104" fmla="*/ 2480155 w 12192000"/>
              <a:gd name="connsiteY104" fmla="*/ 359227 h 4939827"/>
              <a:gd name="connsiteX105" fmla="*/ 2586782 w 12192000"/>
              <a:gd name="connsiteY105" fmla="*/ 339352 h 4939827"/>
              <a:gd name="connsiteX106" fmla="*/ 2679617 w 12192000"/>
              <a:gd name="connsiteY106" fmla="*/ 305383 h 4939827"/>
              <a:gd name="connsiteX107" fmla="*/ 2788947 w 12192000"/>
              <a:gd name="connsiteY107" fmla="*/ 250375 h 4939827"/>
              <a:gd name="connsiteX108" fmla="*/ 2965530 w 12192000"/>
              <a:gd name="connsiteY108" fmla="*/ 245958 h 4939827"/>
              <a:gd name="connsiteX109" fmla="*/ 3103677 w 12192000"/>
              <a:gd name="connsiteY109" fmla="*/ 209527 h 4939827"/>
              <a:gd name="connsiteX110" fmla="*/ 3126759 w 12192000"/>
              <a:gd name="connsiteY110" fmla="*/ 211226 h 4939827"/>
              <a:gd name="connsiteX111" fmla="*/ 3164020 w 12192000"/>
              <a:gd name="connsiteY111" fmla="*/ 212779 h 4939827"/>
              <a:gd name="connsiteX112" fmla="*/ 3285019 w 12192000"/>
              <a:gd name="connsiteY112" fmla="*/ 220535 h 4939827"/>
              <a:gd name="connsiteX113" fmla="*/ 3365154 w 12192000"/>
              <a:gd name="connsiteY113" fmla="*/ 226416 h 4939827"/>
              <a:gd name="connsiteX114" fmla="*/ 3367507 w 12192000"/>
              <a:gd name="connsiteY114" fmla="*/ 225416 h 4939827"/>
              <a:gd name="connsiteX115" fmla="*/ 3387567 w 12192000"/>
              <a:gd name="connsiteY115" fmla="*/ 227103 h 4939827"/>
              <a:gd name="connsiteX116" fmla="*/ 3498001 w 12192000"/>
              <a:gd name="connsiteY116" fmla="*/ 231941 h 4939827"/>
              <a:gd name="connsiteX117" fmla="*/ 3561557 w 12192000"/>
              <a:gd name="connsiteY117" fmla="*/ 228095 h 4939827"/>
              <a:gd name="connsiteX118" fmla="*/ 3611920 w 12192000"/>
              <a:gd name="connsiteY118" fmla="*/ 218094 h 4939827"/>
              <a:gd name="connsiteX119" fmla="*/ 3620528 w 12192000"/>
              <a:gd name="connsiteY119" fmla="*/ 218788 h 4939827"/>
              <a:gd name="connsiteX120" fmla="*/ 3620766 w 12192000"/>
              <a:gd name="connsiteY120" fmla="*/ 218511 h 4939827"/>
              <a:gd name="connsiteX121" fmla="*/ 3629977 w 12192000"/>
              <a:gd name="connsiteY121" fmla="*/ 218664 h 4939827"/>
              <a:gd name="connsiteX122" fmla="*/ 3636217 w 12192000"/>
              <a:gd name="connsiteY122" fmla="*/ 220048 h 4939827"/>
              <a:gd name="connsiteX123" fmla="*/ 3709484 w 12192000"/>
              <a:gd name="connsiteY123" fmla="*/ 186927 h 4939827"/>
              <a:gd name="connsiteX124" fmla="*/ 3761342 w 12192000"/>
              <a:gd name="connsiteY124" fmla="*/ 177474 h 4939827"/>
              <a:gd name="connsiteX125" fmla="*/ 3799748 w 12192000"/>
              <a:gd name="connsiteY125" fmla="*/ 167154 h 4939827"/>
              <a:gd name="connsiteX126" fmla="*/ 3922756 w 12192000"/>
              <a:gd name="connsiteY126" fmla="*/ 194044 h 4939827"/>
              <a:gd name="connsiteX127" fmla="*/ 4028476 w 12192000"/>
              <a:gd name="connsiteY127" fmla="*/ 223679 h 4939827"/>
              <a:gd name="connsiteX128" fmla="*/ 4191582 w 12192000"/>
              <a:gd name="connsiteY128" fmla="*/ 238952 h 4939827"/>
              <a:gd name="connsiteX129" fmla="*/ 4251024 w 12192000"/>
              <a:gd name="connsiteY129" fmla="*/ 240874 h 4939827"/>
              <a:gd name="connsiteX130" fmla="*/ 4355275 w 12192000"/>
              <a:gd name="connsiteY130" fmla="*/ 260205 h 4939827"/>
              <a:gd name="connsiteX131" fmla="*/ 4423807 w 12192000"/>
              <a:gd name="connsiteY131" fmla="*/ 270366 h 4939827"/>
              <a:gd name="connsiteX132" fmla="*/ 4558432 w 12192000"/>
              <a:gd name="connsiteY132" fmla="*/ 269194 h 4939827"/>
              <a:gd name="connsiteX133" fmla="*/ 4635061 w 12192000"/>
              <a:gd name="connsiteY133" fmla="*/ 280682 h 4939827"/>
              <a:gd name="connsiteX134" fmla="*/ 4807427 w 12192000"/>
              <a:gd name="connsiteY134" fmla="*/ 276835 h 4939827"/>
              <a:gd name="connsiteX135" fmla="*/ 5028933 w 12192000"/>
              <a:gd name="connsiteY135" fmla="*/ 183887 h 4939827"/>
              <a:gd name="connsiteX136" fmla="*/ 5093642 w 12192000"/>
              <a:gd name="connsiteY136" fmla="*/ 177214 h 4939827"/>
              <a:gd name="connsiteX137" fmla="*/ 5102642 w 12192000"/>
              <a:gd name="connsiteY137" fmla="*/ 186816 h 4939827"/>
              <a:gd name="connsiteX138" fmla="*/ 5193590 w 12192000"/>
              <a:gd name="connsiteY138" fmla="*/ 156458 h 4939827"/>
              <a:gd name="connsiteX139" fmla="*/ 5323922 w 12192000"/>
              <a:gd name="connsiteY139" fmla="*/ 146332 h 4939827"/>
              <a:gd name="connsiteX140" fmla="*/ 5421860 w 12192000"/>
              <a:gd name="connsiteY140" fmla="*/ 167298 h 4939827"/>
              <a:gd name="connsiteX141" fmla="*/ 5476948 w 12192000"/>
              <a:gd name="connsiteY141" fmla="*/ 173249 h 4939827"/>
              <a:gd name="connsiteX142" fmla="*/ 5516842 w 12192000"/>
              <a:gd name="connsiteY142" fmla="*/ 184018 h 4939827"/>
              <a:gd name="connsiteX143" fmla="*/ 5619415 w 12192000"/>
              <a:gd name="connsiteY143" fmla="*/ 176781 h 4939827"/>
              <a:gd name="connsiteX144" fmla="*/ 5789867 w 12192000"/>
              <a:gd name="connsiteY144" fmla="*/ 150304 h 4939827"/>
              <a:gd name="connsiteX145" fmla="*/ 5825953 w 12192000"/>
              <a:gd name="connsiteY145" fmla="*/ 147907 h 4939827"/>
              <a:gd name="connsiteX146" fmla="*/ 5856168 w 12192000"/>
              <a:gd name="connsiteY146" fmla="*/ 158719 h 4939827"/>
              <a:gd name="connsiteX147" fmla="*/ 5862476 w 12192000"/>
              <a:gd name="connsiteY147" fmla="*/ 172447 h 4939827"/>
              <a:gd name="connsiteX148" fmla="*/ 5882195 w 12192000"/>
              <a:gd name="connsiteY148" fmla="*/ 173195 h 4939827"/>
              <a:gd name="connsiteX149" fmla="*/ 5952585 w 12192000"/>
              <a:gd name="connsiteY149" fmla="*/ 161012 h 4939827"/>
              <a:gd name="connsiteX150" fmla="*/ 6001964 w 12192000"/>
              <a:gd name="connsiteY150" fmla="*/ 154786 h 4939827"/>
              <a:gd name="connsiteX151" fmla="*/ 6184207 w 12192000"/>
              <a:gd name="connsiteY151" fmla="*/ 132658 h 4939827"/>
              <a:gd name="connsiteX152" fmla="*/ 6415830 w 12192000"/>
              <a:gd name="connsiteY152" fmla="*/ 136006 h 4939827"/>
              <a:gd name="connsiteX153" fmla="*/ 6756965 w 12192000"/>
              <a:gd name="connsiteY153" fmla="*/ 57636 h 4939827"/>
              <a:gd name="connsiteX154" fmla="*/ 6819400 w 12192000"/>
              <a:gd name="connsiteY154" fmla="*/ 30742 h 4939827"/>
              <a:gd name="connsiteX155" fmla="*/ 6986370 w 12192000"/>
              <a:gd name="connsiteY155" fmla="*/ 12659 h 4939827"/>
              <a:gd name="connsiteX156" fmla="*/ 6989536 w 12192000"/>
              <a:gd name="connsiteY156" fmla="*/ 14528 h 4939827"/>
              <a:gd name="connsiteX157" fmla="*/ 7015933 w 12192000"/>
              <a:gd name="connsiteY157" fmla="*/ 9653 h 4939827"/>
              <a:gd name="connsiteX158" fmla="*/ 7020592 w 12192000"/>
              <a:gd name="connsiteY158" fmla="*/ 1651 h 4939827"/>
              <a:gd name="connsiteX159" fmla="*/ 7025905 w 12192000"/>
              <a:gd name="connsiteY159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581827 w 12192000"/>
              <a:gd name="connsiteY29" fmla="*/ 261028 h 4939827"/>
              <a:gd name="connsiteX30" fmla="*/ 8672650 w 12192000"/>
              <a:gd name="connsiteY30" fmla="*/ 254821 h 4939827"/>
              <a:gd name="connsiteX31" fmla="*/ 8785543 w 12192000"/>
              <a:gd name="connsiteY31" fmla="*/ 263406 h 4939827"/>
              <a:gd name="connsiteX32" fmla="*/ 8830588 w 12192000"/>
              <a:gd name="connsiteY32" fmla="*/ 265483 h 4939827"/>
              <a:gd name="connsiteX33" fmla="*/ 8905142 w 12192000"/>
              <a:gd name="connsiteY33" fmla="*/ 264958 h 4939827"/>
              <a:gd name="connsiteX34" fmla="*/ 8968582 w 12192000"/>
              <a:gd name="connsiteY34" fmla="*/ 262728 h 4939827"/>
              <a:gd name="connsiteX35" fmla="*/ 8972994 w 12192000"/>
              <a:gd name="connsiteY35" fmla="*/ 263284 h 4939827"/>
              <a:gd name="connsiteX36" fmla="*/ 9004605 w 12192000"/>
              <a:gd name="connsiteY36" fmla="*/ 258041 h 4939827"/>
              <a:gd name="connsiteX37" fmla="*/ 9016165 w 12192000"/>
              <a:gd name="connsiteY37" fmla="*/ 261258 h 4939827"/>
              <a:gd name="connsiteX38" fmla="*/ 9043297 w 12192000"/>
              <a:gd name="connsiteY38" fmla="*/ 281547 h 4939827"/>
              <a:gd name="connsiteX39" fmla="*/ 9048315 w 12192000"/>
              <a:gd name="connsiteY39" fmla="*/ 279264 h 4939827"/>
              <a:gd name="connsiteX40" fmla="*/ 9054706 w 12192000"/>
              <a:gd name="connsiteY40" fmla="*/ 278538 h 4939827"/>
              <a:gd name="connsiteX41" fmla="*/ 9070919 w 12192000"/>
              <a:gd name="connsiteY41" fmla="*/ 281810 h 4939827"/>
              <a:gd name="connsiteX42" fmla="*/ 9076813 w 12192000"/>
              <a:gd name="connsiteY42" fmla="*/ 283909 h 4939827"/>
              <a:gd name="connsiteX43" fmla="*/ 9085871 w 12192000"/>
              <a:gd name="connsiteY43" fmla="*/ 285133 h 4939827"/>
              <a:gd name="connsiteX44" fmla="*/ 9086159 w 12192000"/>
              <a:gd name="connsiteY44" fmla="*/ 284887 h 4939827"/>
              <a:gd name="connsiteX45" fmla="*/ 9134606 w 12192000"/>
              <a:gd name="connsiteY45" fmla="*/ 288168 h 4939827"/>
              <a:gd name="connsiteX46" fmla="*/ 9195590 w 12192000"/>
              <a:gd name="connsiteY46" fmla="*/ 279568 h 4939827"/>
              <a:gd name="connsiteX47" fmla="*/ 9219336 w 12192000"/>
              <a:gd name="connsiteY47" fmla="*/ 278133 h 4939827"/>
              <a:gd name="connsiteX48" fmla="*/ 9232362 w 12192000"/>
              <a:gd name="connsiteY48" fmla="*/ 275894 h 4939827"/>
              <a:gd name="connsiteX49" fmla="*/ 9283638 w 12192000"/>
              <a:gd name="connsiteY49" fmla="*/ 299924 h 4939827"/>
              <a:gd name="connsiteX50" fmla="*/ 9371484 w 12192000"/>
              <a:gd name="connsiteY50" fmla="*/ 329634 h 4939827"/>
              <a:gd name="connsiteX51" fmla="*/ 9404829 w 12192000"/>
              <a:gd name="connsiteY51" fmla="*/ 339038 h 4939827"/>
              <a:gd name="connsiteX52" fmla="*/ 9427021 w 12192000"/>
              <a:gd name="connsiteY52" fmla="*/ 358784 h 4939827"/>
              <a:gd name="connsiteX53" fmla="*/ 9670844 w 12192000"/>
              <a:gd name="connsiteY53" fmla="*/ 405128 h 4939827"/>
              <a:gd name="connsiteX54" fmla="*/ 9816083 w 12192000"/>
              <a:gd name="connsiteY54" fmla="*/ 416573 h 4939827"/>
              <a:gd name="connsiteX55" fmla="*/ 9936741 w 12192000"/>
              <a:gd name="connsiteY55" fmla="*/ 437044 h 4939827"/>
              <a:gd name="connsiteX56" fmla="*/ 10050093 w 12192000"/>
              <a:gd name="connsiteY56" fmla="*/ 443783 h 4939827"/>
              <a:gd name="connsiteX57" fmla="*/ 10130090 w 12192000"/>
              <a:gd name="connsiteY57" fmla="*/ 459520 h 4939827"/>
              <a:gd name="connsiteX58" fmla="*/ 10173456 w 12192000"/>
              <a:gd name="connsiteY58" fmla="*/ 457749 h 4939827"/>
              <a:gd name="connsiteX59" fmla="*/ 10218232 w 12192000"/>
              <a:gd name="connsiteY59" fmla="*/ 459820 h 4939827"/>
              <a:gd name="connsiteX60" fmla="*/ 10354176 w 12192000"/>
              <a:gd name="connsiteY60" fmla="*/ 471377 h 4939827"/>
              <a:gd name="connsiteX61" fmla="*/ 10430681 w 12192000"/>
              <a:gd name="connsiteY61" fmla="*/ 481226 h 4939827"/>
              <a:gd name="connsiteX62" fmla="*/ 10478169 w 12192000"/>
              <a:gd name="connsiteY62" fmla="*/ 481774 h 4939827"/>
              <a:gd name="connsiteX63" fmla="*/ 10540907 w 12192000"/>
              <a:gd name="connsiteY63" fmla="*/ 485607 h 4939827"/>
              <a:gd name="connsiteX64" fmla="*/ 10614941 w 12192000"/>
              <a:gd name="connsiteY64" fmla="*/ 487592 h 4939827"/>
              <a:gd name="connsiteX65" fmla="*/ 10674098 w 12192000"/>
              <a:gd name="connsiteY65" fmla="*/ 521656 h 4939827"/>
              <a:gd name="connsiteX66" fmla="*/ 10874834 w 12192000"/>
              <a:gd name="connsiteY66" fmla="*/ 574867 h 4939827"/>
              <a:gd name="connsiteX67" fmla="*/ 10944981 w 12192000"/>
              <a:gd name="connsiteY67" fmla="*/ 615042 h 4939827"/>
              <a:gd name="connsiteX68" fmla="*/ 11006376 w 12192000"/>
              <a:gd name="connsiteY68" fmla="*/ 645957 h 4939827"/>
              <a:gd name="connsiteX69" fmla="*/ 11076308 w 12192000"/>
              <a:gd name="connsiteY69" fmla="*/ 675698 h 4939827"/>
              <a:gd name="connsiteX70" fmla="*/ 11148789 w 12192000"/>
              <a:gd name="connsiteY70" fmla="*/ 685041 h 4939827"/>
              <a:gd name="connsiteX71" fmla="*/ 11249129 w 12192000"/>
              <a:gd name="connsiteY71" fmla="*/ 684218 h 4939827"/>
              <a:gd name="connsiteX72" fmla="*/ 11299915 w 12192000"/>
              <a:gd name="connsiteY72" fmla="*/ 692177 h 4939827"/>
              <a:gd name="connsiteX73" fmla="*/ 11386973 w 12192000"/>
              <a:gd name="connsiteY73" fmla="*/ 708209 h 4939827"/>
              <a:gd name="connsiteX74" fmla="*/ 11500105 w 12192000"/>
              <a:gd name="connsiteY74" fmla="*/ 735014 h 4939827"/>
              <a:gd name="connsiteX75" fmla="*/ 11621735 w 12192000"/>
              <a:gd name="connsiteY75" fmla="*/ 789584 h 4939827"/>
              <a:gd name="connsiteX76" fmla="*/ 11691200 w 12192000"/>
              <a:gd name="connsiteY76" fmla="*/ 867902 h 4939827"/>
              <a:gd name="connsiteX77" fmla="*/ 11819427 w 12192000"/>
              <a:gd name="connsiteY77" fmla="*/ 911634 h 4939827"/>
              <a:gd name="connsiteX78" fmla="*/ 11969720 w 12192000"/>
              <a:gd name="connsiteY78" fmla="*/ 964737 h 4939827"/>
              <a:gd name="connsiteX79" fmla="*/ 12055766 w 12192000"/>
              <a:gd name="connsiteY79" fmla="*/ 991268 h 4939827"/>
              <a:gd name="connsiteX80" fmla="*/ 12171539 w 12192000"/>
              <a:gd name="connsiteY80" fmla="*/ 995427 h 4939827"/>
              <a:gd name="connsiteX81" fmla="*/ 12187831 w 12192000"/>
              <a:gd name="connsiteY81" fmla="*/ 996580 h 4939827"/>
              <a:gd name="connsiteX82" fmla="*/ 12192000 w 12192000"/>
              <a:gd name="connsiteY82" fmla="*/ 996726 h 4939827"/>
              <a:gd name="connsiteX83" fmla="*/ 12192000 w 12192000"/>
              <a:gd name="connsiteY83" fmla="*/ 4939827 h 4939827"/>
              <a:gd name="connsiteX84" fmla="*/ 0 w 12192000"/>
              <a:gd name="connsiteY84" fmla="*/ 4939827 h 4939827"/>
              <a:gd name="connsiteX85" fmla="*/ 0 w 12192000"/>
              <a:gd name="connsiteY85" fmla="*/ 512043 h 4939827"/>
              <a:gd name="connsiteX86" fmla="*/ 7381 w 12192000"/>
              <a:gd name="connsiteY86" fmla="*/ 512580 h 4939827"/>
              <a:gd name="connsiteX87" fmla="*/ 100029 w 12192000"/>
              <a:gd name="connsiteY87" fmla="*/ 504758 h 4939827"/>
              <a:gd name="connsiteX88" fmla="*/ 155244 w 12192000"/>
              <a:gd name="connsiteY88" fmla="*/ 525130 h 4939827"/>
              <a:gd name="connsiteX89" fmla="*/ 254366 w 12192000"/>
              <a:gd name="connsiteY89" fmla="*/ 534449 h 4939827"/>
              <a:gd name="connsiteX90" fmla="*/ 447292 w 12192000"/>
              <a:gd name="connsiteY90" fmla="*/ 542725 h 4939827"/>
              <a:gd name="connsiteX91" fmla="*/ 628105 w 12192000"/>
              <a:gd name="connsiteY91" fmla="*/ 547853 h 4939827"/>
              <a:gd name="connsiteX92" fmla="*/ 783146 w 12192000"/>
              <a:gd name="connsiteY92" fmla="*/ 591799 h 4939827"/>
              <a:gd name="connsiteX93" fmla="*/ 1043676 w 12192000"/>
              <a:gd name="connsiteY93" fmla="*/ 591887 h 4939827"/>
              <a:gd name="connsiteX94" fmla="*/ 1281816 w 12192000"/>
              <a:gd name="connsiteY94" fmla="*/ 520946 h 4939827"/>
              <a:gd name="connsiteX95" fmla="*/ 1486347 w 12192000"/>
              <a:gd name="connsiteY95" fmla="*/ 487310 h 4939827"/>
              <a:gd name="connsiteX96" fmla="*/ 1568079 w 12192000"/>
              <a:gd name="connsiteY96" fmla="*/ 462531 h 4939827"/>
              <a:gd name="connsiteX97" fmla="*/ 1622516 w 12192000"/>
              <a:gd name="connsiteY97" fmla="*/ 466058 h 4939827"/>
              <a:gd name="connsiteX98" fmla="*/ 1655457 w 12192000"/>
              <a:gd name="connsiteY98" fmla="*/ 465359 h 4939827"/>
              <a:gd name="connsiteX99" fmla="*/ 1717454 w 12192000"/>
              <a:gd name="connsiteY99" fmla="*/ 417203 h 4939827"/>
              <a:gd name="connsiteX100" fmla="*/ 1913794 w 12192000"/>
              <a:gd name="connsiteY100" fmla="*/ 365255 h 4939827"/>
              <a:gd name="connsiteX101" fmla="*/ 2129762 w 12192000"/>
              <a:gd name="connsiteY101" fmla="*/ 367832 h 4939827"/>
              <a:gd name="connsiteX102" fmla="*/ 2376970 w 12192000"/>
              <a:gd name="connsiteY102" fmla="*/ 350129 h 4939827"/>
              <a:gd name="connsiteX103" fmla="*/ 2480155 w 12192000"/>
              <a:gd name="connsiteY103" fmla="*/ 359227 h 4939827"/>
              <a:gd name="connsiteX104" fmla="*/ 2586782 w 12192000"/>
              <a:gd name="connsiteY104" fmla="*/ 339352 h 4939827"/>
              <a:gd name="connsiteX105" fmla="*/ 2679617 w 12192000"/>
              <a:gd name="connsiteY105" fmla="*/ 305383 h 4939827"/>
              <a:gd name="connsiteX106" fmla="*/ 2788947 w 12192000"/>
              <a:gd name="connsiteY106" fmla="*/ 250375 h 4939827"/>
              <a:gd name="connsiteX107" fmla="*/ 2965530 w 12192000"/>
              <a:gd name="connsiteY107" fmla="*/ 245958 h 4939827"/>
              <a:gd name="connsiteX108" fmla="*/ 3103677 w 12192000"/>
              <a:gd name="connsiteY108" fmla="*/ 209527 h 4939827"/>
              <a:gd name="connsiteX109" fmla="*/ 3126759 w 12192000"/>
              <a:gd name="connsiteY109" fmla="*/ 211226 h 4939827"/>
              <a:gd name="connsiteX110" fmla="*/ 3164020 w 12192000"/>
              <a:gd name="connsiteY110" fmla="*/ 212779 h 4939827"/>
              <a:gd name="connsiteX111" fmla="*/ 3285019 w 12192000"/>
              <a:gd name="connsiteY111" fmla="*/ 220535 h 4939827"/>
              <a:gd name="connsiteX112" fmla="*/ 3365154 w 12192000"/>
              <a:gd name="connsiteY112" fmla="*/ 226416 h 4939827"/>
              <a:gd name="connsiteX113" fmla="*/ 3367507 w 12192000"/>
              <a:gd name="connsiteY113" fmla="*/ 225416 h 4939827"/>
              <a:gd name="connsiteX114" fmla="*/ 3387567 w 12192000"/>
              <a:gd name="connsiteY114" fmla="*/ 227103 h 4939827"/>
              <a:gd name="connsiteX115" fmla="*/ 3498001 w 12192000"/>
              <a:gd name="connsiteY115" fmla="*/ 231941 h 4939827"/>
              <a:gd name="connsiteX116" fmla="*/ 3561557 w 12192000"/>
              <a:gd name="connsiteY116" fmla="*/ 228095 h 4939827"/>
              <a:gd name="connsiteX117" fmla="*/ 3611920 w 12192000"/>
              <a:gd name="connsiteY117" fmla="*/ 218094 h 4939827"/>
              <a:gd name="connsiteX118" fmla="*/ 3620528 w 12192000"/>
              <a:gd name="connsiteY118" fmla="*/ 218788 h 4939827"/>
              <a:gd name="connsiteX119" fmla="*/ 3620766 w 12192000"/>
              <a:gd name="connsiteY119" fmla="*/ 218511 h 4939827"/>
              <a:gd name="connsiteX120" fmla="*/ 3629977 w 12192000"/>
              <a:gd name="connsiteY120" fmla="*/ 218664 h 4939827"/>
              <a:gd name="connsiteX121" fmla="*/ 3636217 w 12192000"/>
              <a:gd name="connsiteY121" fmla="*/ 220048 h 4939827"/>
              <a:gd name="connsiteX122" fmla="*/ 3709484 w 12192000"/>
              <a:gd name="connsiteY122" fmla="*/ 186927 h 4939827"/>
              <a:gd name="connsiteX123" fmla="*/ 3761342 w 12192000"/>
              <a:gd name="connsiteY123" fmla="*/ 177474 h 4939827"/>
              <a:gd name="connsiteX124" fmla="*/ 3799748 w 12192000"/>
              <a:gd name="connsiteY124" fmla="*/ 167154 h 4939827"/>
              <a:gd name="connsiteX125" fmla="*/ 3922756 w 12192000"/>
              <a:gd name="connsiteY125" fmla="*/ 194044 h 4939827"/>
              <a:gd name="connsiteX126" fmla="*/ 4028476 w 12192000"/>
              <a:gd name="connsiteY126" fmla="*/ 223679 h 4939827"/>
              <a:gd name="connsiteX127" fmla="*/ 4191582 w 12192000"/>
              <a:gd name="connsiteY127" fmla="*/ 238952 h 4939827"/>
              <a:gd name="connsiteX128" fmla="*/ 4251024 w 12192000"/>
              <a:gd name="connsiteY128" fmla="*/ 240874 h 4939827"/>
              <a:gd name="connsiteX129" fmla="*/ 4355275 w 12192000"/>
              <a:gd name="connsiteY129" fmla="*/ 260205 h 4939827"/>
              <a:gd name="connsiteX130" fmla="*/ 4423807 w 12192000"/>
              <a:gd name="connsiteY130" fmla="*/ 270366 h 4939827"/>
              <a:gd name="connsiteX131" fmla="*/ 4558432 w 12192000"/>
              <a:gd name="connsiteY131" fmla="*/ 269194 h 4939827"/>
              <a:gd name="connsiteX132" fmla="*/ 4635061 w 12192000"/>
              <a:gd name="connsiteY132" fmla="*/ 280682 h 4939827"/>
              <a:gd name="connsiteX133" fmla="*/ 4807427 w 12192000"/>
              <a:gd name="connsiteY133" fmla="*/ 276835 h 4939827"/>
              <a:gd name="connsiteX134" fmla="*/ 5028933 w 12192000"/>
              <a:gd name="connsiteY134" fmla="*/ 183887 h 4939827"/>
              <a:gd name="connsiteX135" fmla="*/ 5093642 w 12192000"/>
              <a:gd name="connsiteY135" fmla="*/ 177214 h 4939827"/>
              <a:gd name="connsiteX136" fmla="*/ 5102642 w 12192000"/>
              <a:gd name="connsiteY136" fmla="*/ 186816 h 4939827"/>
              <a:gd name="connsiteX137" fmla="*/ 5193590 w 12192000"/>
              <a:gd name="connsiteY137" fmla="*/ 156458 h 4939827"/>
              <a:gd name="connsiteX138" fmla="*/ 5323922 w 12192000"/>
              <a:gd name="connsiteY138" fmla="*/ 146332 h 4939827"/>
              <a:gd name="connsiteX139" fmla="*/ 5421860 w 12192000"/>
              <a:gd name="connsiteY139" fmla="*/ 167298 h 4939827"/>
              <a:gd name="connsiteX140" fmla="*/ 5476948 w 12192000"/>
              <a:gd name="connsiteY140" fmla="*/ 173249 h 4939827"/>
              <a:gd name="connsiteX141" fmla="*/ 5516842 w 12192000"/>
              <a:gd name="connsiteY141" fmla="*/ 184018 h 4939827"/>
              <a:gd name="connsiteX142" fmla="*/ 5619415 w 12192000"/>
              <a:gd name="connsiteY142" fmla="*/ 176781 h 4939827"/>
              <a:gd name="connsiteX143" fmla="*/ 5789867 w 12192000"/>
              <a:gd name="connsiteY143" fmla="*/ 150304 h 4939827"/>
              <a:gd name="connsiteX144" fmla="*/ 5825953 w 12192000"/>
              <a:gd name="connsiteY144" fmla="*/ 147907 h 4939827"/>
              <a:gd name="connsiteX145" fmla="*/ 5856168 w 12192000"/>
              <a:gd name="connsiteY145" fmla="*/ 158719 h 4939827"/>
              <a:gd name="connsiteX146" fmla="*/ 5862476 w 12192000"/>
              <a:gd name="connsiteY146" fmla="*/ 172447 h 4939827"/>
              <a:gd name="connsiteX147" fmla="*/ 5882195 w 12192000"/>
              <a:gd name="connsiteY147" fmla="*/ 173195 h 4939827"/>
              <a:gd name="connsiteX148" fmla="*/ 5952585 w 12192000"/>
              <a:gd name="connsiteY148" fmla="*/ 161012 h 4939827"/>
              <a:gd name="connsiteX149" fmla="*/ 6001964 w 12192000"/>
              <a:gd name="connsiteY149" fmla="*/ 154786 h 4939827"/>
              <a:gd name="connsiteX150" fmla="*/ 6184207 w 12192000"/>
              <a:gd name="connsiteY150" fmla="*/ 132658 h 4939827"/>
              <a:gd name="connsiteX151" fmla="*/ 6415830 w 12192000"/>
              <a:gd name="connsiteY151" fmla="*/ 136006 h 4939827"/>
              <a:gd name="connsiteX152" fmla="*/ 6756965 w 12192000"/>
              <a:gd name="connsiteY152" fmla="*/ 57636 h 4939827"/>
              <a:gd name="connsiteX153" fmla="*/ 6819400 w 12192000"/>
              <a:gd name="connsiteY153" fmla="*/ 30742 h 4939827"/>
              <a:gd name="connsiteX154" fmla="*/ 6986370 w 12192000"/>
              <a:gd name="connsiteY154" fmla="*/ 12659 h 4939827"/>
              <a:gd name="connsiteX155" fmla="*/ 6989536 w 12192000"/>
              <a:gd name="connsiteY155" fmla="*/ 14528 h 4939827"/>
              <a:gd name="connsiteX156" fmla="*/ 7015933 w 12192000"/>
              <a:gd name="connsiteY156" fmla="*/ 9653 h 4939827"/>
              <a:gd name="connsiteX157" fmla="*/ 7020592 w 12192000"/>
              <a:gd name="connsiteY157" fmla="*/ 1651 h 4939827"/>
              <a:gd name="connsiteX158" fmla="*/ 7025905 w 12192000"/>
              <a:gd name="connsiteY15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166439 w 12192000"/>
              <a:gd name="connsiteY19" fmla="*/ 252699 h 4939827"/>
              <a:gd name="connsiteX20" fmla="*/ 8281371 w 12192000"/>
              <a:gd name="connsiteY20" fmla="*/ 256875 h 4939827"/>
              <a:gd name="connsiteX21" fmla="*/ 8381609 w 12192000"/>
              <a:gd name="connsiteY21" fmla="*/ 240618 h 4939827"/>
              <a:gd name="connsiteX22" fmla="*/ 8406759 w 12192000"/>
              <a:gd name="connsiteY22" fmla="*/ 232517 h 4939827"/>
              <a:gd name="connsiteX23" fmla="*/ 8426506 w 12192000"/>
              <a:gd name="connsiteY23" fmla="*/ 241842 h 4939827"/>
              <a:gd name="connsiteX24" fmla="*/ 8427949 w 12192000"/>
              <a:gd name="connsiteY24" fmla="*/ 240981 h 4939827"/>
              <a:gd name="connsiteX25" fmla="*/ 8441468 w 12192000"/>
              <a:gd name="connsiteY25" fmla="*/ 241157 h 4939827"/>
              <a:gd name="connsiteX26" fmla="*/ 8565757 w 12192000"/>
              <a:gd name="connsiteY26" fmla="*/ 255317 h 4939827"/>
              <a:gd name="connsiteX27" fmla="*/ 8573171 w 12192000"/>
              <a:gd name="connsiteY27" fmla="*/ 258426 h 4939827"/>
              <a:gd name="connsiteX28" fmla="*/ 8573548 w 12192000"/>
              <a:gd name="connsiteY28" fmla="*/ 258241 h 4939827"/>
              <a:gd name="connsiteX29" fmla="*/ 8622021 w 12192000"/>
              <a:gd name="connsiteY29" fmla="*/ 261028 h 4939827"/>
              <a:gd name="connsiteX30" fmla="*/ 8672650 w 12192000"/>
              <a:gd name="connsiteY30" fmla="*/ 254821 h 4939827"/>
              <a:gd name="connsiteX31" fmla="*/ 8785543 w 12192000"/>
              <a:gd name="connsiteY31" fmla="*/ 263406 h 4939827"/>
              <a:gd name="connsiteX32" fmla="*/ 8830588 w 12192000"/>
              <a:gd name="connsiteY32" fmla="*/ 265483 h 4939827"/>
              <a:gd name="connsiteX33" fmla="*/ 8905142 w 12192000"/>
              <a:gd name="connsiteY33" fmla="*/ 264958 h 4939827"/>
              <a:gd name="connsiteX34" fmla="*/ 8968582 w 12192000"/>
              <a:gd name="connsiteY34" fmla="*/ 262728 h 4939827"/>
              <a:gd name="connsiteX35" fmla="*/ 8972994 w 12192000"/>
              <a:gd name="connsiteY35" fmla="*/ 263284 h 4939827"/>
              <a:gd name="connsiteX36" fmla="*/ 9004605 w 12192000"/>
              <a:gd name="connsiteY36" fmla="*/ 258041 h 4939827"/>
              <a:gd name="connsiteX37" fmla="*/ 9016165 w 12192000"/>
              <a:gd name="connsiteY37" fmla="*/ 261258 h 4939827"/>
              <a:gd name="connsiteX38" fmla="*/ 9043297 w 12192000"/>
              <a:gd name="connsiteY38" fmla="*/ 281547 h 4939827"/>
              <a:gd name="connsiteX39" fmla="*/ 9048315 w 12192000"/>
              <a:gd name="connsiteY39" fmla="*/ 279264 h 4939827"/>
              <a:gd name="connsiteX40" fmla="*/ 9054706 w 12192000"/>
              <a:gd name="connsiteY40" fmla="*/ 278538 h 4939827"/>
              <a:gd name="connsiteX41" fmla="*/ 9070919 w 12192000"/>
              <a:gd name="connsiteY41" fmla="*/ 281810 h 4939827"/>
              <a:gd name="connsiteX42" fmla="*/ 9076813 w 12192000"/>
              <a:gd name="connsiteY42" fmla="*/ 283909 h 4939827"/>
              <a:gd name="connsiteX43" fmla="*/ 9085871 w 12192000"/>
              <a:gd name="connsiteY43" fmla="*/ 285133 h 4939827"/>
              <a:gd name="connsiteX44" fmla="*/ 9086159 w 12192000"/>
              <a:gd name="connsiteY44" fmla="*/ 284887 h 4939827"/>
              <a:gd name="connsiteX45" fmla="*/ 9134606 w 12192000"/>
              <a:gd name="connsiteY45" fmla="*/ 288168 h 4939827"/>
              <a:gd name="connsiteX46" fmla="*/ 9195590 w 12192000"/>
              <a:gd name="connsiteY46" fmla="*/ 279568 h 4939827"/>
              <a:gd name="connsiteX47" fmla="*/ 9219336 w 12192000"/>
              <a:gd name="connsiteY47" fmla="*/ 278133 h 4939827"/>
              <a:gd name="connsiteX48" fmla="*/ 9232362 w 12192000"/>
              <a:gd name="connsiteY48" fmla="*/ 275894 h 4939827"/>
              <a:gd name="connsiteX49" fmla="*/ 9283638 w 12192000"/>
              <a:gd name="connsiteY49" fmla="*/ 299924 h 4939827"/>
              <a:gd name="connsiteX50" fmla="*/ 9371484 w 12192000"/>
              <a:gd name="connsiteY50" fmla="*/ 329634 h 4939827"/>
              <a:gd name="connsiteX51" fmla="*/ 9404829 w 12192000"/>
              <a:gd name="connsiteY51" fmla="*/ 339038 h 4939827"/>
              <a:gd name="connsiteX52" fmla="*/ 9427021 w 12192000"/>
              <a:gd name="connsiteY52" fmla="*/ 358784 h 4939827"/>
              <a:gd name="connsiteX53" fmla="*/ 9670844 w 12192000"/>
              <a:gd name="connsiteY53" fmla="*/ 405128 h 4939827"/>
              <a:gd name="connsiteX54" fmla="*/ 9816083 w 12192000"/>
              <a:gd name="connsiteY54" fmla="*/ 416573 h 4939827"/>
              <a:gd name="connsiteX55" fmla="*/ 9936741 w 12192000"/>
              <a:gd name="connsiteY55" fmla="*/ 437044 h 4939827"/>
              <a:gd name="connsiteX56" fmla="*/ 10050093 w 12192000"/>
              <a:gd name="connsiteY56" fmla="*/ 443783 h 4939827"/>
              <a:gd name="connsiteX57" fmla="*/ 10130090 w 12192000"/>
              <a:gd name="connsiteY57" fmla="*/ 459520 h 4939827"/>
              <a:gd name="connsiteX58" fmla="*/ 10173456 w 12192000"/>
              <a:gd name="connsiteY58" fmla="*/ 457749 h 4939827"/>
              <a:gd name="connsiteX59" fmla="*/ 10218232 w 12192000"/>
              <a:gd name="connsiteY59" fmla="*/ 459820 h 4939827"/>
              <a:gd name="connsiteX60" fmla="*/ 10354176 w 12192000"/>
              <a:gd name="connsiteY60" fmla="*/ 471377 h 4939827"/>
              <a:gd name="connsiteX61" fmla="*/ 10430681 w 12192000"/>
              <a:gd name="connsiteY61" fmla="*/ 481226 h 4939827"/>
              <a:gd name="connsiteX62" fmla="*/ 10478169 w 12192000"/>
              <a:gd name="connsiteY62" fmla="*/ 481774 h 4939827"/>
              <a:gd name="connsiteX63" fmla="*/ 10540907 w 12192000"/>
              <a:gd name="connsiteY63" fmla="*/ 485607 h 4939827"/>
              <a:gd name="connsiteX64" fmla="*/ 10614941 w 12192000"/>
              <a:gd name="connsiteY64" fmla="*/ 487592 h 4939827"/>
              <a:gd name="connsiteX65" fmla="*/ 10674098 w 12192000"/>
              <a:gd name="connsiteY65" fmla="*/ 521656 h 4939827"/>
              <a:gd name="connsiteX66" fmla="*/ 10874834 w 12192000"/>
              <a:gd name="connsiteY66" fmla="*/ 574867 h 4939827"/>
              <a:gd name="connsiteX67" fmla="*/ 10944981 w 12192000"/>
              <a:gd name="connsiteY67" fmla="*/ 615042 h 4939827"/>
              <a:gd name="connsiteX68" fmla="*/ 11006376 w 12192000"/>
              <a:gd name="connsiteY68" fmla="*/ 645957 h 4939827"/>
              <a:gd name="connsiteX69" fmla="*/ 11076308 w 12192000"/>
              <a:gd name="connsiteY69" fmla="*/ 675698 h 4939827"/>
              <a:gd name="connsiteX70" fmla="*/ 11148789 w 12192000"/>
              <a:gd name="connsiteY70" fmla="*/ 685041 h 4939827"/>
              <a:gd name="connsiteX71" fmla="*/ 11249129 w 12192000"/>
              <a:gd name="connsiteY71" fmla="*/ 684218 h 4939827"/>
              <a:gd name="connsiteX72" fmla="*/ 11299915 w 12192000"/>
              <a:gd name="connsiteY72" fmla="*/ 692177 h 4939827"/>
              <a:gd name="connsiteX73" fmla="*/ 11386973 w 12192000"/>
              <a:gd name="connsiteY73" fmla="*/ 708209 h 4939827"/>
              <a:gd name="connsiteX74" fmla="*/ 11500105 w 12192000"/>
              <a:gd name="connsiteY74" fmla="*/ 735014 h 4939827"/>
              <a:gd name="connsiteX75" fmla="*/ 11621735 w 12192000"/>
              <a:gd name="connsiteY75" fmla="*/ 789584 h 4939827"/>
              <a:gd name="connsiteX76" fmla="*/ 11691200 w 12192000"/>
              <a:gd name="connsiteY76" fmla="*/ 867902 h 4939827"/>
              <a:gd name="connsiteX77" fmla="*/ 11819427 w 12192000"/>
              <a:gd name="connsiteY77" fmla="*/ 911634 h 4939827"/>
              <a:gd name="connsiteX78" fmla="*/ 11969720 w 12192000"/>
              <a:gd name="connsiteY78" fmla="*/ 964737 h 4939827"/>
              <a:gd name="connsiteX79" fmla="*/ 12055766 w 12192000"/>
              <a:gd name="connsiteY79" fmla="*/ 991268 h 4939827"/>
              <a:gd name="connsiteX80" fmla="*/ 12171539 w 12192000"/>
              <a:gd name="connsiteY80" fmla="*/ 995427 h 4939827"/>
              <a:gd name="connsiteX81" fmla="*/ 12187831 w 12192000"/>
              <a:gd name="connsiteY81" fmla="*/ 996580 h 4939827"/>
              <a:gd name="connsiteX82" fmla="*/ 12192000 w 12192000"/>
              <a:gd name="connsiteY82" fmla="*/ 996726 h 4939827"/>
              <a:gd name="connsiteX83" fmla="*/ 12192000 w 12192000"/>
              <a:gd name="connsiteY83" fmla="*/ 4939827 h 4939827"/>
              <a:gd name="connsiteX84" fmla="*/ 0 w 12192000"/>
              <a:gd name="connsiteY84" fmla="*/ 4939827 h 4939827"/>
              <a:gd name="connsiteX85" fmla="*/ 0 w 12192000"/>
              <a:gd name="connsiteY85" fmla="*/ 512043 h 4939827"/>
              <a:gd name="connsiteX86" fmla="*/ 7381 w 12192000"/>
              <a:gd name="connsiteY86" fmla="*/ 512580 h 4939827"/>
              <a:gd name="connsiteX87" fmla="*/ 100029 w 12192000"/>
              <a:gd name="connsiteY87" fmla="*/ 504758 h 4939827"/>
              <a:gd name="connsiteX88" fmla="*/ 155244 w 12192000"/>
              <a:gd name="connsiteY88" fmla="*/ 525130 h 4939827"/>
              <a:gd name="connsiteX89" fmla="*/ 254366 w 12192000"/>
              <a:gd name="connsiteY89" fmla="*/ 534449 h 4939827"/>
              <a:gd name="connsiteX90" fmla="*/ 447292 w 12192000"/>
              <a:gd name="connsiteY90" fmla="*/ 542725 h 4939827"/>
              <a:gd name="connsiteX91" fmla="*/ 628105 w 12192000"/>
              <a:gd name="connsiteY91" fmla="*/ 547853 h 4939827"/>
              <a:gd name="connsiteX92" fmla="*/ 783146 w 12192000"/>
              <a:gd name="connsiteY92" fmla="*/ 591799 h 4939827"/>
              <a:gd name="connsiteX93" fmla="*/ 1043676 w 12192000"/>
              <a:gd name="connsiteY93" fmla="*/ 591887 h 4939827"/>
              <a:gd name="connsiteX94" fmla="*/ 1281816 w 12192000"/>
              <a:gd name="connsiteY94" fmla="*/ 520946 h 4939827"/>
              <a:gd name="connsiteX95" fmla="*/ 1486347 w 12192000"/>
              <a:gd name="connsiteY95" fmla="*/ 487310 h 4939827"/>
              <a:gd name="connsiteX96" fmla="*/ 1568079 w 12192000"/>
              <a:gd name="connsiteY96" fmla="*/ 462531 h 4939827"/>
              <a:gd name="connsiteX97" fmla="*/ 1622516 w 12192000"/>
              <a:gd name="connsiteY97" fmla="*/ 466058 h 4939827"/>
              <a:gd name="connsiteX98" fmla="*/ 1655457 w 12192000"/>
              <a:gd name="connsiteY98" fmla="*/ 465359 h 4939827"/>
              <a:gd name="connsiteX99" fmla="*/ 1717454 w 12192000"/>
              <a:gd name="connsiteY99" fmla="*/ 417203 h 4939827"/>
              <a:gd name="connsiteX100" fmla="*/ 1913794 w 12192000"/>
              <a:gd name="connsiteY100" fmla="*/ 365255 h 4939827"/>
              <a:gd name="connsiteX101" fmla="*/ 2129762 w 12192000"/>
              <a:gd name="connsiteY101" fmla="*/ 367832 h 4939827"/>
              <a:gd name="connsiteX102" fmla="*/ 2376970 w 12192000"/>
              <a:gd name="connsiteY102" fmla="*/ 350129 h 4939827"/>
              <a:gd name="connsiteX103" fmla="*/ 2480155 w 12192000"/>
              <a:gd name="connsiteY103" fmla="*/ 359227 h 4939827"/>
              <a:gd name="connsiteX104" fmla="*/ 2586782 w 12192000"/>
              <a:gd name="connsiteY104" fmla="*/ 339352 h 4939827"/>
              <a:gd name="connsiteX105" fmla="*/ 2679617 w 12192000"/>
              <a:gd name="connsiteY105" fmla="*/ 305383 h 4939827"/>
              <a:gd name="connsiteX106" fmla="*/ 2788947 w 12192000"/>
              <a:gd name="connsiteY106" fmla="*/ 250375 h 4939827"/>
              <a:gd name="connsiteX107" fmla="*/ 2965530 w 12192000"/>
              <a:gd name="connsiteY107" fmla="*/ 245958 h 4939827"/>
              <a:gd name="connsiteX108" fmla="*/ 3103677 w 12192000"/>
              <a:gd name="connsiteY108" fmla="*/ 209527 h 4939827"/>
              <a:gd name="connsiteX109" fmla="*/ 3126759 w 12192000"/>
              <a:gd name="connsiteY109" fmla="*/ 211226 h 4939827"/>
              <a:gd name="connsiteX110" fmla="*/ 3164020 w 12192000"/>
              <a:gd name="connsiteY110" fmla="*/ 212779 h 4939827"/>
              <a:gd name="connsiteX111" fmla="*/ 3285019 w 12192000"/>
              <a:gd name="connsiteY111" fmla="*/ 220535 h 4939827"/>
              <a:gd name="connsiteX112" fmla="*/ 3365154 w 12192000"/>
              <a:gd name="connsiteY112" fmla="*/ 226416 h 4939827"/>
              <a:gd name="connsiteX113" fmla="*/ 3367507 w 12192000"/>
              <a:gd name="connsiteY113" fmla="*/ 225416 h 4939827"/>
              <a:gd name="connsiteX114" fmla="*/ 3387567 w 12192000"/>
              <a:gd name="connsiteY114" fmla="*/ 227103 h 4939827"/>
              <a:gd name="connsiteX115" fmla="*/ 3498001 w 12192000"/>
              <a:gd name="connsiteY115" fmla="*/ 231941 h 4939827"/>
              <a:gd name="connsiteX116" fmla="*/ 3561557 w 12192000"/>
              <a:gd name="connsiteY116" fmla="*/ 228095 h 4939827"/>
              <a:gd name="connsiteX117" fmla="*/ 3611920 w 12192000"/>
              <a:gd name="connsiteY117" fmla="*/ 218094 h 4939827"/>
              <a:gd name="connsiteX118" fmla="*/ 3620528 w 12192000"/>
              <a:gd name="connsiteY118" fmla="*/ 218788 h 4939827"/>
              <a:gd name="connsiteX119" fmla="*/ 3620766 w 12192000"/>
              <a:gd name="connsiteY119" fmla="*/ 218511 h 4939827"/>
              <a:gd name="connsiteX120" fmla="*/ 3629977 w 12192000"/>
              <a:gd name="connsiteY120" fmla="*/ 218664 h 4939827"/>
              <a:gd name="connsiteX121" fmla="*/ 3636217 w 12192000"/>
              <a:gd name="connsiteY121" fmla="*/ 220048 h 4939827"/>
              <a:gd name="connsiteX122" fmla="*/ 3709484 w 12192000"/>
              <a:gd name="connsiteY122" fmla="*/ 186927 h 4939827"/>
              <a:gd name="connsiteX123" fmla="*/ 3761342 w 12192000"/>
              <a:gd name="connsiteY123" fmla="*/ 177474 h 4939827"/>
              <a:gd name="connsiteX124" fmla="*/ 3799748 w 12192000"/>
              <a:gd name="connsiteY124" fmla="*/ 167154 h 4939827"/>
              <a:gd name="connsiteX125" fmla="*/ 3922756 w 12192000"/>
              <a:gd name="connsiteY125" fmla="*/ 194044 h 4939827"/>
              <a:gd name="connsiteX126" fmla="*/ 4028476 w 12192000"/>
              <a:gd name="connsiteY126" fmla="*/ 223679 h 4939827"/>
              <a:gd name="connsiteX127" fmla="*/ 4191582 w 12192000"/>
              <a:gd name="connsiteY127" fmla="*/ 238952 h 4939827"/>
              <a:gd name="connsiteX128" fmla="*/ 4251024 w 12192000"/>
              <a:gd name="connsiteY128" fmla="*/ 240874 h 4939827"/>
              <a:gd name="connsiteX129" fmla="*/ 4355275 w 12192000"/>
              <a:gd name="connsiteY129" fmla="*/ 260205 h 4939827"/>
              <a:gd name="connsiteX130" fmla="*/ 4423807 w 12192000"/>
              <a:gd name="connsiteY130" fmla="*/ 270366 h 4939827"/>
              <a:gd name="connsiteX131" fmla="*/ 4558432 w 12192000"/>
              <a:gd name="connsiteY131" fmla="*/ 269194 h 4939827"/>
              <a:gd name="connsiteX132" fmla="*/ 4635061 w 12192000"/>
              <a:gd name="connsiteY132" fmla="*/ 280682 h 4939827"/>
              <a:gd name="connsiteX133" fmla="*/ 4807427 w 12192000"/>
              <a:gd name="connsiteY133" fmla="*/ 276835 h 4939827"/>
              <a:gd name="connsiteX134" fmla="*/ 5028933 w 12192000"/>
              <a:gd name="connsiteY134" fmla="*/ 183887 h 4939827"/>
              <a:gd name="connsiteX135" fmla="*/ 5093642 w 12192000"/>
              <a:gd name="connsiteY135" fmla="*/ 177214 h 4939827"/>
              <a:gd name="connsiteX136" fmla="*/ 5102642 w 12192000"/>
              <a:gd name="connsiteY136" fmla="*/ 186816 h 4939827"/>
              <a:gd name="connsiteX137" fmla="*/ 5193590 w 12192000"/>
              <a:gd name="connsiteY137" fmla="*/ 156458 h 4939827"/>
              <a:gd name="connsiteX138" fmla="*/ 5323922 w 12192000"/>
              <a:gd name="connsiteY138" fmla="*/ 146332 h 4939827"/>
              <a:gd name="connsiteX139" fmla="*/ 5421860 w 12192000"/>
              <a:gd name="connsiteY139" fmla="*/ 167298 h 4939827"/>
              <a:gd name="connsiteX140" fmla="*/ 5476948 w 12192000"/>
              <a:gd name="connsiteY140" fmla="*/ 173249 h 4939827"/>
              <a:gd name="connsiteX141" fmla="*/ 5516842 w 12192000"/>
              <a:gd name="connsiteY141" fmla="*/ 184018 h 4939827"/>
              <a:gd name="connsiteX142" fmla="*/ 5619415 w 12192000"/>
              <a:gd name="connsiteY142" fmla="*/ 176781 h 4939827"/>
              <a:gd name="connsiteX143" fmla="*/ 5789867 w 12192000"/>
              <a:gd name="connsiteY143" fmla="*/ 150304 h 4939827"/>
              <a:gd name="connsiteX144" fmla="*/ 5825953 w 12192000"/>
              <a:gd name="connsiteY144" fmla="*/ 147907 h 4939827"/>
              <a:gd name="connsiteX145" fmla="*/ 5856168 w 12192000"/>
              <a:gd name="connsiteY145" fmla="*/ 158719 h 4939827"/>
              <a:gd name="connsiteX146" fmla="*/ 5862476 w 12192000"/>
              <a:gd name="connsiteY146" fmla="*/ 172447 h 4939827"/>
              <a:gd name="connsiteX147" fmla="*/ 5882195 w 12192000"/>
              <a:gd name="connsiteY147" fmla="*/ 173195 h 4939827"/>
              <a:gd name="connsiteX148" fmla="*/ 5952585 w 12192000"/>
              <a:gd name="connsiteY148" fmla="*/ 161012 h 4939827"/>
              <a:gd name="connsiteX149" fmla="*/ 6001964 w 12192000"/>
              <a:gd name="connsiteY149" fmla="*/ 154786 h 4939827"/>
              <a:gd name="connsiteX150" fmla="*/ 6184207 w 12192000"/>
              <a:gd name="connsiteY150" fmla="*/ 132658 h 4939827"/>
              <a:gd name="connsiteX151" fmla="*/ 6415830 w 12192000"/>
              <a:gd name="connsiteY151" fmla="*/ 136006 h 4939827"/>
              <a:gd name="connsiteX152" fmla="*/ 6756965 w 12192000"/>
              <a:gd name="connsiteY152" fmla="*/ 57636 h 4939827"/>
              <a:gd name="connsiteX153" fmla="*/ 6819400 w 12192000"/>
              <a:gd name="connsiteY153" fmla="*/ 30742 h 4939827"/>
              <a:gd name="connsiteX154" fmla="*/ 6986370 w 12192000"/>
              <a:gd name="connsiteY154" fmla="*/ 12659 h 4939827"/>
              <a:gd name="connsiteX155" fmla="*/ 6989536 w 12192000"/>
              <a:gd name="connsiteY155" fmla="*/ 14528 h 4939827"/>
              <a:gd name="connsiteX156" fmla="*/ 7015933 w 12192000"/>
              <a:gd name="connsiteY156" fmla="*/ 9653 h 4939827"/>
              <a:gd name="connsiteX157" fmla="*/ 7020592 w 12192000"/>
              <a:gd name="connsiteY157" fmla="*/ 1651 h 4939827"/>
              <a:gd name="connsiteX158" fmla="*/ 7025905 w 12192000"/>
              <a:gd name="connsiteY158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09534 w 12192000"/>
              <a:gd name="connsiteY16" fmla="*/ 176441 h 4939827"/>
              <a:gd name="connsiteX17" fmla="*/ 8058681 w 12192000"/>
              <a:gd name="connsiteY17" fmla="*/ 219431 h 4939827"/>
              <a:gd name="connsiteX18" fmla="*/ 8126175 w 12192000"/>
              <a:gd name="connsiteY18" fmla="*/ 240005 h 4939827"/>
              <a:gd name="connsiteX19" fmla="*/ 8281371 w 12192000"/>
              <a:gd name="connsiteY19" fmla="*/ 256875 h 4939827"/>
              <a:gd name="connsiteX20" fmla="*/ 8381609 w 12192000"/>
              <a:gd name="connsiteY20" fmla="*/ 240618 h 4939827"/>
              <a:gd name="connsiteX21" fmla="*/ 8406759 w 12192000"/>
              <a:gd name="connsiteY21" fmla="*/ 232517 h 4939827"/>
              <a:gd name="connsiteX22" fmla="*/ 8426506 w 12192000"/>
              <a:gd name="connsiteY22" fmla="*/ 241842 h 4939827"/>
              <a:gd name="connsiteX23" fmla="*/ 8427949 w 12192000"/>
              <a:gd name="connsiteY23" fmla="*/ 240981 h 4939827"/>
              <a:gd name="connsiteX24" fmla="*/ 8441468 w 12192000"/>
              <a:gd name="connsiteY24" fmla="*/ 241157 h 4939827"/>
              <a:gd name="connsiteX25" fmla="*/ 8565757 w 12192000"/>
              <a:gd name="connsiteY25" fmla="*/ 255317 h 4939827"/>
              <a:gd name="connsiteX26" fmla="*/ 8573171 w 12192000"/>
              <a:gd name="connsiteY26" fmla="*/ 258426 h 4939827"/>
              <a:gd name="connsiteX27" fmla="*/ 8573548 w 12192000"/>
              <a:gd name="connsiteY27" fmla="*/ 258241 h 4939827"/>
              <a:gd name="connsiteX28" fmla="*/ 8622021 w 12192000"/>
              <a:gd name="connsiteY28" fmla="*/ 261028 h 4939827"/>
              <a:gd name="connsiteX29" fmla="*/ 8672650 w 12192000"/>
              <a:gd name="connsiteY29" fmla="*/ 254821 h 4939827"/>
              <a:gd name="connsiteX30" fmla="*/ 8785543 w 12192000"/>
              <a:gd name="connsiteY30" fmla="*/ 263406 h 4939827"/>
              <a:gd name="connsiteX31" fmla="*/ 8830588 w 12192000"/>
              <a:gd name="connsiteY31" fmla="*/ 265483 h 4939827"/>
              <a:gd name="connsiteX32" fmla="*/ 8905142 w 12192000"/>
              <a:gd name="connsiteY32" fmla="*/ 264958 h 4939827"/>
              <a:gd name="connsiteX33" fmla="*/ 8968582 w 12192000"/>
              <a:gd name="connsiteY33" fmla="*/ 262728 h 4939827"/>
              <a:gd name="connsiteX34" fmla="*/ 8972994 w 12192000"/>
              <a:gd name="connsiteY34" fmla="*/ 263284 h 4939827"/>
              <a:gd name="connsiteX35" fmla="*/ 9004605 w 12192000"/>
              <a:gd name="connsiteY35" fmla="*/ 258041 h 4939827"/>
              <a:gd name="connsiteX36" fmla="*/ 9016165 w 12192000"/>
              <a:gd name="connsiteY36" fmla="*/ 261258 h 4939827"/>
              <a:gd name="connsiteX37" fmla="*/ 9043297 w 12192000"/>
              <a:gd name="connsiteY37" fmla="*/ 281547 h 4939827"/>
              <a:gd name="connsiteX38" fmla="*/ 9048315 w 12192000"/>
              <a:gd name="connsiteY38" fmla="*/ 279264 h 4939827"/>
              <a:gd name="connsiteX39" fmla="*/ 9054706 w 12192000"/>
              <a:gd name="connsiteY39" fmla="*/ 278538 h 4939827"/>
              <a:gd name="connsiteX40" fmla="*/ 9070919 w 12192000"/>
              <a:gd name="connsiteY40" fmla="*/ 281810 h 4939827"/>
              <a:gd name="connsiteX41" fmla="*/ 9076813 w 12192000"/>
              <a:gd name="connsiteY41" fmla="*/ 283909 h 4939827"/>
              <a:gd name="connsiteX42" fmla="*/ 9085871 w 12192000"/>
              <a:gd name="connsiteY42" fmla="*/ 285133 h 4939827"/>
              <a:gd name="connsiteX43" fmla="*/ 9086159 w 12192000"/>
              <a:gd name="connsiteY43" fmla="*/ 284887 h 4939827"/>
              <a:gd name="connsiteX44" fmla="*/ 9134606 w 12192000"/>
              <a:gd name="connsiteY44" fmla="*/ 288168 h 4939827"/>
              <a:gd name="connsiteX45" fmla="*/ 9195590 w 12192000"/>
              <a:gd name="connsiteY45" fmla="*/ 279568 h 4939827"/>
              <a:gd name="connsiteX46" fmla="*/ 9219336 w 12192000"/>
              <a:gd name="connsiteY46" fmla="*/ 278133 h 4939827"/>
              <a:gd name="connsiteX47" fmla="*/ 9232362 w 12192000"/>
              <a:gd name="connsiteY47" fmla="*/ 275894 h 4939827"/>
              <a:gd name="connsiteX48" fmla="*/ 9283638 w 12192000"/>
              <a:gd name="connsiteY48" fmla="*/ 299924 h 4939827"/>
              <a:gd name="connsiteX49" fmla="*/ 9371484 w 12192000"/>
              <a:gd name="connsiteY49" fmla="*/ 329634 h 4939827"/>
              <a:gd name="connsiteX50" fmla="*/ 9404829 w 12192000"/>
              <a:gd name="connsiteY50" fmla="*/ 339038 h 4939827"/>
              <a:gd name="connsiteX51" fmla="*/ 9427021 w 12192000"/>
              <a:gd name="connsiteY51" fmla="*/ 358784 h 4939827"/>
              <a:gd name="connsiteX52" fmla="*/ 9670844 w 12192000"/>
              <a:gd name="connsiteY52" fmla="*/ 405128 h 4939827"/>
              <a:gd name="connsiteX53" fmla="*/ 9816083 w 12192000"/>
              <a:gd name="connsiteY53" fmla="*/ 416573 h 4939827"/>
              <a:gd name="connsiteX54" fmla="*/ 9936741 w 12192000"/>
              <a:gd name="connsiteY54" fmla="*/ 437044 h 4939827"/>
              <a:gd name="connsiteX55" fmla="*/ 10050093 w 12192000"/>
              <a:gd name="connsiteY55" fmla="*/ 443783 h 4939827"/>
              <a:gd name="connsiteX56" fmla="*/ 10130090 w 12192000"/>
              <a:gd name="connsiteY56" fmla="*/ 459520 h 4939827"/>
              <a:gd name="connsiteX57" fmla="*/ 10173456 w 12192000"/>
              <a:gd name="connsiteY57" fmla="*/ 457749 h 4939827"/>
              <a:gd name="connsiteX58" fmla="*/ 10218232 w 12192000"/>
              <a:gd name="connsiteY58" fmla="*/ 459820 h 4939827"/>
              <a:gd name="connsiteX59" fmla="*/ 10354176 w 12192000"/>
              <a:gd name="connsiteY59" fmla="*/ 471377 h 4939827"/>
              <a:gd name="connsiteX60" fmla="*/ 10430681 w 12192000"/>
              <a:gd name="connsiteY60" fmla="*/ 481226 h 4939827"/>
              <a:gd name="connsiteX61" fmla="*/ 10478169 w 12192000"/>
              <a:gd name="connsiteY61" fmla="*/ 481774 h 4939827"/>
              <a:gd name="connsiteX62" fmla="*/ 10540907 w 12192000"/>
              <a:gd name="connsiteY62" fmla="*/ 485607 h 4939827"/>
              <a:gd name="connsiteX63" fmla="*/ 10614941 w 12192000"/>
              <a:gd name="connsiteY63" fmla="*/ 487592 h 4939827"/>
              <a:gd name="connsiteX64" fmla="*/ 10674098 w 12192000"/>
              <a:gd name="connsiteY64" fmla="*/ 521656 h 4939827"/>
              <a:gd name="connsiteX65" fmla="*/ 10874834 w 12192000"/>
              <a:gd name="connsiteY65" fmla="*/ 574867 h 4939827"/>
              <a:gd name="connsiteX66" fmla="*/ 10944981 w 12192000"/>
              <a:gd name="connsiteY66" fmla="*/ 615042 h 4939827"/>
              <a:gd name="connsiteX67" fmla="*/ 11006376 w 12192000"/>
              <a:gd name="connsiteY67" fmla="*/ 645957 h 4939827"/>
              <a:gd name="connsiteX68" fmla="*/ 11076308 w 12192000"/>
              <a:gd name="connsiteY68" fmla="*/ 675698 h 4939827"/>
              <a:gd name="connsiteX69" fmla="*/ 11148789 w 12192000"/>
              <a:gd name="connsiteY69" fmla="*/ 685041 h 4939827"/>
              <a:gd name="connsiteX70" fmla="*/ 11249129 w 12192000"/>
              <a:gd name="connsiteY70" fmla="*/ 684218 h 4939827"/>
              <a:gd name="connsiteX71" fmla="*/ 11299915 w 12192000"/>
              <a:gd name="connsiteY71" fmla="*/ 692177 h 4939827"/>
              <a:gd name="connsiteX72" fmla="*/ 11386973 w 12192000"/>
              <a:gd name="connsiteY72" fmla="*/ 708209 h 4939827"/>
              <a:gd name="connsiteX73" fmla="*/ 11500105 w 12192000"/>
              <a:gd name="connsiteY73" fmla="*/ 735014 h 4939827"/>
              <a:gd name="connsiteX74" fmla="*/ 11621735 w 12192000"/>
              <a:gd name="connsiteY74" fmla="*/ 789584 h 4939827"/>
              <a:gd name="connsiteX75" fmla="*/ 11691200 w 12192000"/>
              <a:gd name="connsiteY75" fmla="*/ 867902 h 4939827"/>
              <a:gd name="connsiteX76" fmla="*/ 11819427 w 12192000"/>
              <a:gd name="connsiteY76" fmla="*/ 911634 h 4939827"/>
              <a:gd name="connsiteX77" fmla="*/ 11969720 w 12192000"/>
              <a:gd name="connsiteY77" fmla="*/ 964737 h 4939827"/>
              <a:gd name="connsiteX78" fmla="*/ 12055766 w 12192000"/>
              <a:gd name="connsiteY78" fmla="*/ 991268 h 4939827"/>
              <a:gd name="connsiteX79" fmla="*/ 12171539 w 12192000"/>
              <a:gd name="connsiteY79" fmla="*/ 995427 h 4939827"/>
              <a:gd name="connsiteX80" fmla="*/ 12187831 w 12192000"/>
              <a:gd name="connsiteY80" fmla="*/ 996580 h 4939827"/>
              <a:gd name="connsiteX81" fmla="*/ 12192000 w 12192000"/>
              <a:gd name="connsiteY81" fmla="*/ 996726 h 4939827"/>
              <a:gd name="connsiteX82" fmla="*/ 12192000 w 12192000"/>
              <a:gd name="connsiteY82" fmla="*/ 4939827 h 4939827"/>
              <a:gd name="connsiteX83" fmla="*/ 0 w 12192000"/>
              <a:gd name="connsiteY83" fmla="*/ 4939827 h 4939827"/>
              <a:gd name="connsiteX84" fmla="*/ 0 w 12192000"/>
              <a:gd name="connsiteY84" fmla="*/ 512043 h 4939827"/>
              <a:gd name="connsiteX85" fmla="*/ 7381 w 12192000"/>
              <a:gd name="connsiteY85" fmla="*/ 512580 h 4939827"/>
              <a:gd name="connsiteX86" fmla="*/ 100029 w 12192000"/>
              <a:gd name="connsiteY86" fmla="*/ 504758 h 4939827"/>
              <a:gd name="connsiteX87" fmla="*/ 155244 w 12192000"/>
              <a:gd name="connsiteY87" fmla="*/ 525130 h 4939827"/>
              <a:gd name="connsiteX88" fmla="*/ 254366 w 12192000"/>
              <a:gd name="connsiteY88" fmla="*/ 534449 h 4939827"/>
              <a:gd name="connsiteX89" fmla="*/ 447292 w 12192000"/>
              <a:gd name="connsiteY89" fmla="*/ 542725 h 4939827"/>
              <a:gd name="connsiteX90" fmla="*/ 628105 w 12192000"/>
              <a:gd name="connsiteY90" fmla="*/ 547853 h 4939827"/>
              <a:gd name="connsiteX91" fmla="*/ 783146 w 12192000"/>
              <a:gd name="connsiteY91" fmla="*/ 591799 h 4939827"/>
              <a:gd name="connsiteX92" fmla="*/ 1043676 w 12192000"/>
              <a:gd name="connsiteY92" fmla="*/ 591887 h 4939827"/>
              <a:gd name="connsiteX93" fmla="*/ 1281816 w 12192000"/>
              <a:gd name="connsiteY93" fmla="*/ 520946 h 4939827"/>
              <a:gd name="connsiteX94" fmla="*/ 1486347 w 12192000"/>
              <a:gd name="connsiteY94" fmla="*/ 487310 h 4939827"/>
              <a:gd name="connsiteX95" fmla="*/ 1568079 w 12192000"/>
              <a:gd name="connsiteY95" fmla="*/ 462531 h 4939827"/>
              <a:gd name="connsiteX96" fmla="*/ 1622516 w 12192000"/>
              <a:gd name="connsiteY96" fmla="*/ 466058 h 4939827"/>
              <a:gd name="connsiteX97" fmla="*/ 1655457 w 12192000"/>
              <a:gd name="connsiteY97" fmla="*/ 465359 h 4939827"/>
              <a:gd name="connsiteX98" fmla="*/ 1717454 w 12192000"/>
              <a:gd name="connsiteY98" fmla="*/ 417203 h 4939827"/>
              <a:gd name="connsiteX99" fmla="*/ 1913794 w 12192000"/>
              <a:gd name="connsiteY99" fmla="*/ 365255 h 4939827"/>
              <a:gd name="connsiteX100" fmla="*/ 2129762 w 12192000"/>
              <a:gd name="connsiteY100" fmla="*/ 367832 h 4939827"/>
              <a:gd name="connsiteX101" fmla="*/ 2376970 w 12192000"/>
              <a:gd name="connsiteY101" fmla="*/ 350129 h 4939827"/>
              <a:gd name="connsiteX102" fmla="*/ 2480155 w 12192000"/>
              <a:gd name="connsiteY102" fmla="*/ 359227 h 4939827"/>
              <a:gd name="connsiteX103" fmla="*/ 2586782 w 12192000"/>
              <a:gd name="connsiteY103" fmla="*/ 339352 h 4939827"/>
              <a:gd name="connsiteX104" fmla="*/ 2679617 w 12192000"/>
              <a:gd name="connsiteY104" fmla="*/ 305383 h 4939827"/>
              <a:gd name="connsiteX105" fmla="*/ 2788947 w 12192000"/>
              <a:gd name="connsiteY105" fmla="*/ 250375 h 4939827"/>
              <a:gd name="connsiteX106" fmla="*/ 2965530 w 12192000"/>
              <a:gd name="connsiteY106" fmla="*/ 245958 h 4939827"/>
              <a:gd name="connsiteX107" fmla="*/ 3103677 w 12192000"/>
              <a:gd name="connsiteY107" fmla="*/ 209527 h 4939827"/>
              <a:gd name="connsiteX108" fmla="*/ 3126759 w 12192000"/>
              <a:gd name="connsiteY108" fmla="*/ 211226 h 4939827"/>
              <a:gd name="connsiteX109" fmla="*/ 3164020 w 12192000"/>
              <a:gd name="connsiteY109" fmla="*/ 212779 h 4939827"/>
              <a:gd name="connsiteX110" fmla="*/ 3285019 w 12192000"/>
              <a:gd name="connsiteY110" fmla="*/ 220535 h 4939827"/>
              <a:gd name="connsiteX111" fmla="*/ 3365154 w 12192000"/>
              <a:gd name="connsiteY111" fmla="*/ 226416 h 4939827"/>
              <a:gd name="connsiteX112" fmla="*/ 3367507 w 12192000"/>
              <a:gd name="connsiteY112" fmla="*/ 225416 h 4939827"/>
              <a:gd name="connsiteX113" fmla="*/ 3387567 w 12192000"/>
              <a:gd name="connsiteY113" fmla="*/ 227103 h 4939827"/>
              <a:gd name="connsiteX114" fmla="*/ 3498001 w 12192000"/>
              <a:gd name="connsiteY114" fmla="*/ 231941 h 4939827"/>
              <a:gd name="connsiteX115" fmla="*/ 3561557 w 12192000"/>
              <a:gd name="connsiteY115" fmla="*/ 228095 h 4939827"/>
              <a:gd name="connsiteX116" fmla="*/ 3611920 w 12192000"/>
              <a:gd name="connsiteY116" fmla="*/ 218094 h 4939827"/>
              <a:gd name="connsiteX117" fmla="*/ 3620528 w 12192000"/>
              <a:gd name="connsiteY117" fmla="*/ 218788 h 4939827"/>
              <a:gd name="connsiteX118" fmla="*/ 3620766 w 12192000"/>
              <a:gd name="connsiteY118" fmla="*/ 218511 h 4939827"/>
              <a:gd name="connsiteX119" fmla="*/ 3629977 w 12192000"/>
              <a:gd name="connsiteY119" fmla="*/ 218664 h 4939827"/>
              <a:gd name="connsiteX120" fmla="*/ 3636217 w 12192000"/>
              <a:gd name="connsiteY120" fmla="*/ 220048 h 4939827"/>
              <a:gd name="connsiteX121" fmla="*/ 3709484 w 12192000"/>
              <a:gd name="connsiteY121" fmla="*/ 186927 h 4939827"/>
              <a:gd name="connsiteX122" fmla="*/ 3761342 w 12192000"/>
              <a:gd name="connsiteY122" fmla="*/ 177474 h 4939827"/>
              <a:gd name="connsiteX123" fmla="*/ 3799748 w 12192000"/>
              <a:gd name="connsiteY123" fmla="*/ 167154 h 4939827"/>
              <a:gd name="connsiteX124" fmla="*/ 3922756 w 12192000"/>
              <a:gd name="connsiteY124" fmla="*/ 194044 h 4939827"/>
              <a:gd name="connsiteX125" fmla="*/ 4028476 w 12192000"/>
              <a:gd name="connsiteY125" fmla="*/ 223679 h 4939827"/>
              <a:gd name="connsiteX126" fmla="*/ 4191582 w 12192000"/>
              <a:gd name="connsiteY126" fmla="*/ 238952 h 4939827"/>
              <a:gd name="connsiteX127" fmla="*/ 4251024 w 12192000"/>
              <a:gd name="connsiteY127" fmla="*/ 240874 h 4939827"/>
              <a:gd name="connsiteX128" fmla="*/ 4355275 w 12192000"/>
              <a:gd name="connsiteY128" fmla="*/ 260205 h 4939827"/>
              <a:gd name="connsiteX129" fmla="*/ 4423807 w 12192000"/>
              <a:gd name="connsiteY129" fmla="*/ 270366 h 4939827"/>
              <a:gd name="connsiteX130" fmla="*/ 4558432 w 12192000"/>
              <a:gd name="connsiteY130" fmla="*/ 269194 h 4939827"/>
              <a:gd name="connsiteX131" fmla="*/ 4635061 w 12192000"/>
              <a:gd name="connsiteY131" fmla="*/ 280682 h 4939827"/>
              <a:gd name="connsiteX132" fmla="*/ 4807427 w 12192000"/>
              <a:gd name="connsiteY132" fmla="*/ 276835 h 4939827"/>
              <a:gd name="connsiteX133" fmla="*/ 5028933 w 12192000"/>
              <a:gd name="connsiteY133" fmla="*/ 183887 h 4939827"/>
              <a:gd name="connsiteX134" fmla="*/ 5093642 w 12192000"/>
              <a:gd name="connsiteY134" fmla="*/ 177214 h 4939827"/>
              <a:gd name="connsiteX135" fmla="*/ 5102642 w 12192000"/>
              <a:gd name="connsiteY135" fmla="*/ 186816 h 4939827"/>
              <a:gd name="connsiteX136" fmla="*/ 5193590 w 12192000"/>
              <a:gd name="connsiteY136" fmla="*/ 156458 h 4939827"/>
              <a:gd name="connsiteX137" fmla="*/ 5323922 w 12192000"/>
              <a:gd name="connsiteY137" fmla="*/ 146332 h 4939827"/>
              <a:gd name="connsiteX138" fmla="*/ 5421860 w 12192000"/>
              <a:gd name="connsiteY138" fmla="*/ 167298 h 4939827"/>
              <a:gd name="connsiteX139" fmla="*/ 5476948 w 12192000"/>
              <a:gd name="connsiteY139" fmla="*/ 173249 h 4939827"/>
              <a:gd name="connsiteX140" fmla="*/ 5516842 w 12192000"/>
              <a:gd name="connsiteY140" fmla="*/ 184018 h 4939827"/>
              <a:gd name="connsiteX141" fmla="*/ 5619415 w 12192000"/>
              <a:gd name="connsiteY141" fmla="*/ 176781 h 4939827"/>
              <a:gd name="connsiteX142" fmla="*/ 5789867 w 12192000"/>
              <a:gd name="connsiteY142" fmla="*/ 150304 h 4939827"/>
              <a:gd name="connsiteX143" fmla="*/ 5825953 w 12192000"/>
              <a:gd name="connsiteY143" fmla="*/ 147907 h 4939827"/>
              <a:gd name="connsiteX144" fmla="*/ 5856168 w 12192000"/>
              <a:gd name="connsiteY144" fmla="*/ 158719 h 4939827"/>
              <a:gd name="connsiteX145" fmla="*/ 5862476 w 12192000"/>
              <a:gd name="connsiteY145" fmla="*/ 172447 h 4939827"/>
              <a:gd name="connsiteX146" fmla="*/ 5882195 w 12192000"/>
              <a:gd name="connsiteY146" fmla="*/ 173195 h 4939827"/>
              <a:gd name="connsiteX147" fmla="*/ 5952585 w 12192000"/>
              <a:gd name="connsiteY147" fmla="*/ 161012 h 4939827"/>
              <a:gd name="connsiteX148" fmla="*/ 6001964 w 12192000"/>
              <a:gd name="connsiteY148" fmla="*/ 154786 h 4939827"/>
              <a:gd name="connsiteX149" fmla="*/ 6184207 w 12192000"/>
              <a:gd name="connsiteY149" fmla="*/ 132658 h 4939827"/>
              <a:gd name="connsiteX150" fmla="*/ 6415830 w 12192000"/>
              <a:gd name="connsiteY150" fmla="*/ 136006 h 4939827"/>
              <a:gd name="connsiteX151" fmla="*/ 6756965 w 12192000"/>
              <a:gd name="connsiteY151" fmla="*/ 57636 h 4939827"/>
              <a:gd name="connsiteX152" fmla="*/ 6819400 w 12192000"/>
              <a:gd name="connsiteY152" fmla="*/ 30742 h 4939827"/>
              <a:gd name="connsiteX153" fmla="*/ 6986370 w 12192000"/>
              <a:gd name="connsiteY153" fmla="*/ 12659 h 4939827"/>
              <a:gd name="connsiteX154" fmla="*/ 6989536 w 12192000"/>
              <a:gd name="connsiteY154" fmla="*/ 14528 h 4939827"/>
              <a:gd name="connsiteX155" fmla="*/ 7015933 w 12192000"/>
              <a:gd name="connsiteY155" fmla="*/ 9653 h 4939827"/>
              <a:gd name="connsiteX156" fmla="*/ 7020592 w 12192000"/>
              <a:gd name="connsiteY156" fmla="*/ 1651 h 4939827"/>
              <a:gd name="connsiteX157" fmla="*/ 7025905 w 12192000"/>
              <a:gd name="connsiteY157" fmla="*/ 0 h 4939827"/>
              <a:gd name="connsiteX0" fmla="*/ 7025905 w 12192000"/>
              <a:gd name="connsiteY0" fmla="*/ 0 h 4939827"/>
              <a:gd name="connsiteX1" fmla="*/ 7032579 w 12192000"/>
              <a:gd name="connsiteY1" fmla="*/ 2808 h 4939827"/>
              <a:gd name="connsiteX2" fmla="*/ 7079505 w 12192000"/>
              <a:gd name="connsiteY2" fmla="*/ 12971 h 4939827"/>
              <a:gd name="connsiteX3" fmla="*/ 7158791 w 12192000"/>
              <a:gd name="connsiteY3" fmla="*/ 12462 h 4939827"/>
              <a:gd name="connsiteX4" fmla="*/ 7233338 w 12192000"/>
              <a:gd name="connsiteY4" fmla="*/ 24846 h 4939827"/>
              <a:gd name="connsiteX5" fmla="*/ 7259791 w 12192000"/>
              <a:gd name="connsiteY5" fmla="*/ 29557 h 4939827"/>
              <a:gd name="connsiteX6" fmla="*/ 7263923 w 12192000"/>
              <a:gd name="connsiteY6" fmla="*/ 35029 h 4939827"/>
              <a:gd name="connsiteX7" fmla="*/ 7281549 w 12192000"/>
              <a:gd name="connsiteY7" fmla="*/ 39654 h 4939827"/>
              <a:gd name="connsiteX8" fmla="*/ 7374735 w 12192000"/>
              <a:gd name="connsiteY8" fmla="*/ 65326 h 4939827"/>
              <a:gd name="connsiteX9" fmla="*/ 7376078 w 12192000"/>
              <a:gd name="connsiteY9" fmla="*/ 63849 h 4939827"/>
              <a:gd name="connsiteX10" fmla="*/ 7402026 w 12192000"/>
              <a:gd name="connsiteY10" fmla="*/ 60308 h 4939827"/>
              <a:gd name="connsiteX11" fmla="*/ 7415091 w 12192000"/>
              <a:gd name="connsiteY11" fmla="*/ 77403 h 4939827"/>
              <a:gd name="connsiteX12" fmla="*/ 7488682 w 12192000"/>
              <a:gd name="connsiteY12" fmla="*/ 83440 h 4939827"/>
              <a:gd name="connsiteX13" fmla="*/ 7732750 w 12192000"/>
              <a:gd name="connsiteY13" fmla="*/ 145456 h 4939827"/>
              <a:gd name="connsiteX14" fmla="*/ 7785900 w 12192000"/>
              <a:gd name="connsiteY14" fmla="*/ 154493 h 4939827"/>
              <a:gd name="connsiteX15" fmla="*/ 7952584 w 12192000"/>
              <a:gd name="connsiteY15" fmla="*/ 170181 h 4939827"/>
              <a:gd name="connsiteX16" fmla="*/ 8058681 w 12192000"/>
              <a:gd name="connsiteY16" fmla="*/ 219431 h 4939827"/>
              <a:gd name="connsiteX17" fmla="*/ 8126175 w 12192000"/>
              <a:gd name="connsiteY17" fmla="*/ 240005 h 4939827"/>
              <a:gd name="connsiteX18" fmla="*/ 8281371 w 12192000"/>
              <a:gd name="connsiteY18" fmla="*/ 256875 h 4939827"/>
              <a:gd name="connsiteX19" fmla="*/ 8381609 w 12192000"/>
              <a:gd name="connsiteY19" fmla="*/ 240618 h 4939827"/>
              <a:gd name="connsiteX20" fmla="*/ 8406759 w 12192000"/>
              <a:gd name="connsiteY20" fmla="*/ 232517 h 4939827"/>
              <a:gd name="connsiteX21" fmla="*/ 8426506 w 12192000"/>
              <a:gd name="connsiteY21" fmla="*/ 241842 h 4939827"/>
              <a:gd name="connsiteX22" fmla="*/ 8427949 w 12192000"/>
              <a:gd name="connsiteY22" fmla="*/ 240981 h 4939827"/>
              <a:gd name="connsiteX23" fmla="*/ 8441468 w 12192000"/>
              <a:gd name="connsiteY23" fmla="*/ 241157 h 4939827"/>
              <a:gd name="connsiteX24" fmla="*/ 8565757 w 12192000"/>
              <a:gd name="connsiteY24" fmla="*/ 255317 h 4939827"/>
              <a:gd name="connsiteX25" fmla="*/ 8573171 w 12192000"/>
              <a:gd name="connsiteY25" fmla="*/ 258426 h 4939827"/>
              <a:gd name="connsiteX26" fmla="*/ 8573548 w 12192000"/>
              <a:gd name="connsiteY26" fmla="*/ 258241 h 4939827"/>
              <a:gd name="connsiteX27" fmla="*/ 8622021 w 12192000"/>
              <a:gd name="connsiteY27" fmla="*/ 261028 h 4939827"/>
              <a:gd name="connsiteX28" fmla="*/ 8672650 w 12192000"/>
              <a:gd name="connsiteY28" fmla="*/ 254821 h 4939827"/>
              <a:gd name="connsiteX29" fmla="*/ 8785543 w 12192000"/>
              <a:gd name="connsiteY29" fmla="*/ 263406 h 4939827"/>
              <a:gd name="connsiteX30" fmla="*/ 8830588 w 12192000"/>
              <a:gd name="connsiteY30" fmla="*/ 265483 h 4939827"/>
              <a:gd name="connsiteX31" fmla="*/ 8905142 w 12192000"/>
              <a:gd name="connsiteY31" fmla="*/ 264958 h 4939827"/>
              <a:gd name="connsiteX32" fmla="*/ 8968582 w 12192000"/>
              <a:gd name="connsiteY32" fmla="*/ 262728 h 4939827"/>
              <a:gd name="connsiteX33" fmla="*/ 8972994 w 12192000"/>
              <a:gd name="connsiteY33" fmla="*/ 263284 h 4939827"/>
              <a:gd name="connsiteX34" fmla="*/ 9004605 w 12192000"/>
              <a:gd name="connsiteY34" fmla="*/ 258041 h 4939827"/>
              <a:gd name="connsiteX35" fmla="*/ 9016165 w 12192000"/>
              <a:gd name="connsiteY35" fmla="*/ 261258 h 4939827"/>
              <a:gd name="connsiteX36" fmla="*/ 9043297 w 12192000"/>
              <a:gd name="connsiteY36" fmla="*/ 281547 h 4939827"/>
              <a:gd name="connsiteX37" fmla="*/ 9048315 w 12192000"/>
              <a:gd name="connsiteY37" fmla="*/ 279264 h 4939827"/>
              <a:gd name="connsiteX38" fmla="*/ 9054706 w 12192000"/>
              <a:gd name="connsiteY38" fmla="*/ 278538 h 4939827"/>
              <a:gd name="connsiteX39" fmla="*/ 9070919 w 12192000"/>
              <a:gd name="connsiteY39" fmla="*/ 281810 h 4939827"/>
              <a:gd name="connsiteX40" fmla="*/ 9076813 w 12192000"/>
              <a:gd name="connsiteY40" fmla="*/ 283909 h 4939827"/>
              <a:gd name="connsiteX41" fmla="*/ 9085871 w 12192000"/>
              <a:gd name="connsiteY41" fmla="*/ 285133 h 4939827"/>
              <a:gd name="connsiteX42" fmla="*/ 9086159 w 12192000"/>
              <a:gd name="connsiteY42" fmla="*/ 284887 h 4939827"/>
              <a:gd name="connsiteX43" fmla="*/ 9134606 w 12192000"/>
              <a:gd name="connsiteY43" fmla="*/ 288168 h 4939827"/>
              <a:gd name="connsiteX44" fmla="*/ 9195590 w 12192000"/>
              <a:gd name="connsiteY44" fmla="*/ 279568 h 4939827"/>
              <a:gd name="connsiteX45" fmla="*/ 9219336 w 12192000"/>
              <a:gd name="connsiteY45" fmla="*/ 278133 h 4939827"/>
              <a:gd name="connsiteX46" fmla="*/ 9232362 w 12192000"/>
              <a:gd name="connsiteY46" fmla="*/ 275894 h 4939827"/>
              <a:gd name="connsiteX47" fmla="*/ 9283638 w 12192000"/>
              <a:gd name="connsiteY47" fmla="*/ 299924 h 4939827"/>
              <a:gd name="connsiteX48" fmla="*/ 9371484 w 12192000"/>
              <a:gd name="connsiteY48" fmla="*/ 329634 h 4939827"/>
              <a:gd name="connsiteX49" fmla="*/ 9404829 w 12192000"/>
              <a:gd name="connsiteY49" fmla="*/ 339038 h 4939827"/>
              <a:gd name="connsiteX50" fmla="*/ 9427021 w 12192000"/>
              <a:gd name="connsiteY50" fmla="*/ 358784 h 4939827"/>
              <a:gd name="connsiteX51" fmla="*/ 9670844 w 12192000"/>
              <a:gd name="connsiteY51" fmla="*/ 405128 h 4939827"/>
              <a:gd name="connsiteX52" fmla="*/ 9816083 w 12192000"/>
              <a:gd name="connsiteY52" fmla="*/ 416573 h 4939827"/>
              <a:gd name="connsiteX53" fmla="*/ 9936741 w 12192000"/>
              <a:gd name="connsiteY53" fmla="*/ 437044 h 4939827"/>
              <a:gd name="connsiteX54" fmla="*/ 10050093 w 12192000"/>
              <a:gd name="connsiteY54" fmla="*/ 443783 h 4939827"/>
              <a:gd name="connsiteX55" fmla="*/ 10130090 w 12192000"/>
              <a:gd name="connsiteY55" fmla="*/ 459520 h 4939827"/>
              <a:gd name="connsiteX56" fmla="*/ 10173456 w 12192000"/>
              <a:gd name="connsiteY56" fmla="*/ 457749 h 4939827"/>
              <a:gd name="connsiteX57" fmla="*/ 10218232 w 12192000"/>
              <a:gd name="connsiteY57" fmla="*/ 459820 h 4939827"/>
              <a:gd name="connsiteX58" fmla="*/ 10354176 w 12192000"/>
              <a:gd name="connsiteY58" fmla="*/ 471377 h 4939827"/>
              <a:gd name="connsiteX59" fmla="*/ 10430681 w 12192000"/>
              <a:gd name="connsiteY59" fmla="*/ 481226 h 4939827"/>
              <a:gd name="connsiteX60" fmla="*/ 10478169 w 12192000"/>
              <a:gd name="connsiteY60" fmla="*/ 481774 h 4939827"/>
              <a:gd name="connsiteX61" fmla="*/ 10540907 w 12192000"/>
              <a:gd name="connsiteY61" fmla="*/ 485607 h 4939827"/>
              <a:gd name="connsiteX62" fmla="*/ 10614941 w 12192000"/>
              <a:gd name="connsiteY62" fmla="*/ 487592 h 4939827"/>
              <a:gd name="connsiteX63" fmla="*/ 10674098 w 12192000"/>
              <a:gd name="connsiteY63" fmla="*/ 521656 h 4939827"/>
              <a:gd name="connsiteX64" fmla="*/ 10874834 w 12192000"/>
              <a:gd name="connsiteY64" fmla="*/ 574867 h 4939827"/>
              <a:gd name="connsiteX65" fmla="*/ 10944981 w 12192000"/>
              <a:gd name="connsiteY65" fmla="*/ 615042 h 4939827"/>
              <a:gd name="connsiteX66" fmla="*/ 11006376 w 12192000"/>
              <a:gd name="connsiteY66" fmla="*/ 645957 h 4939827"/>
              <a:gd name="connsiteX67" fmla="*/ 11076308 w 12192000"/>
              <a:gd name="connsiteY67" fmla="*/ 675698 h 4939827"/>
              <a:gd name="connsiteX68" fmla="*/ 11148789 w 12192000"/>
              <a:gd name="connsiteY68" fmla="*/ 685041 h 4939827"/>
              <a:gd name="connsiteX69" fmla="*/ 11249129 w 12192000"/>
              <a:gd name="connsiteY69" fmla="*/ 684218 h 4939827"/>
              <a:gd name="connsiteX70" fmla="*/ 11299915 w 12192000"/>
              <a:gd name="connsiteY70" fmla="*/ 692177 h 4939827"/>
              <a:gd name="connsiteX71" fmla="*/ 11386973 w 12192000"/>
              <a:gd name="connsiteY71" fmla="*/ 708209 h 4939827"/>
              <a:gd name="connsiteX72" fmla="*/ 11500105 w 12192000"/>
              <a:gd name="connsiteY72" fmla="*/ 735014 h 4939827"/>
              <a:gd name="connsiteX73" fmla="*/ 11621735 w 12192000"/>
              <a:gd name="connsiteY73" fmla="*/ 789584 h 4939827"/>
              <a:gd name="connsiteX74" fmla="*/ 11691200 w 12192000"/>
              <a:gd name="connsiteY74" fmla="*/ 867902 h 4939827"/>
              <a:gd name="connsiteX75" fmla="*/ 11819427 w 12192000"/>
              <a:gd name="connsiteY75" fmla="*/ 911634 h 4939827"/>
              <a:gd name="connsiteX76" fmla="*/ 11969720 w 12192000"/>
              <a:gd name="connsiteY76" fmla="*/ 964737 h 4939827"/>
              <a:gd name="connsiteX77" fmla="*/ 12055766 w 12192000"/>
              <a:gd name="connsiteY77" fmla="*/ 991268 h 4939827"/>
              <a:gd name="connsiteX78" fmla="*/ 12171539 w 12192000"/>
              <a:gd name="connsiteY78" fmla="*/ 995427 h 4939827"/>
              <a:gd name="connsiteX79" fmla="*/ 12187831 w 12192000"/>
              <a:gd name="connsiteY79" fmla="*/ 996580 h 4939827"/>
              <a:gd name="connsiteX80" fmla="*/ 12192000 w 12192000"/>
              <a:gd name="connsiteY80" fmla="*/ 996726 h 4939827"/>
              <a:gd name="connsiteX81" fmla="*/ 12192000 w 12192000"/>
              <a:gd name="connsiteY81" fmla="*/ 4939827 h 4939827"/>
              <a:gd name="connsiteX82" fmla="*/ 0 w 12192000"/>
              <a:gd name="connsiteY82" fmla="*/ 4939827 h 4939827"/>
              <a:gd name="connsiteX83" fmla="*/ 0 w 12192000"/>
              <a:gd name="connsiteY83" fmla="*/ 512043 h 4939827"/>
              <a:gd name="connsiteX84" fmla="*/ 7381 w 12192000"/>
              <a:gd name="connsiteY84" fmla="*/ 512580 h 4939827"/>
              <a:gd name="connsiteX85" fmla="*/ 100029 w 12192000"/>
              <a:gd name="connsiteY85" fmla="*/ 504758 h 4939827"/>
              <a:gd name="connsiteX86" fmla="*/ 155244 w 12192000"/>
              <a:gd name="connsiteY86" fmla="*/ 525130 h 4939827"/>
              <a:gd name="connsiteX87" fmla="*/ 254366 w 12192000"/>
              <a:gd name="connsiteY87" fmla="*/ 534449 h 4939827"/>
              <a:gd name="connsiteX88" fmla="*/ 447292 w 12192000"/>
              <a:gd name="connsiteY88" fmla="*/ 542725 h 4939827"/>
              <a:gd name="connsiteX89" fmla="*/ 628105 w 12192000"/>
              <a:gd name="connsiteY89" fmla="*/ 547853 h 4939827"/>
              <a:gd name="connsiteX90" fmla="*/ 783146 w 12192000"/>
              <a:gd name="connsiteY90" fmla="*/ 591799 h 4939827"/>
              <a:gd name="connsiteX91" fmla="*/ 1043676 w 12192000"/>
              <a:gd name="connsiteY91" fmla="*/ 591887 h 4939827"/>
              <a:gd name="connsiteX92" fmla="*/ 1281816 w 12192000"/>
              <a:gd name="connsiteY92" fmla="*/ 520946 h 4939827"/>
              <a:gd name="connsiteX93" fmla="*/ 1486347 w 12192000"/>
              <a:gd name="connsiteY93" fmla="*/ 487310 h 4939827"/>
              <a:gd name="connsiteX94" fmla="*/ 1568079 w 12192000"/>
              <a:gd name="connsiteY94" fmla="*/ 462531 h 4939827"/>
              <a:gd name="connsiteX95" fmla="*/ 1622516 w 12192000"/>
              <a:gd name="connsiteY95" fmla="*/ 466058 h 4939827"/>
              <a:gd name="connsiteX96" fmla="*/ 1655457 w 12192000"/>
              <a:gd name="connsiteY96" fmla="*/ 465359 h 4939827"/>
              <a:gd name="connsiteX97" fmla="*/ 1717454 w 12192000"/>
              <a:gd name="connsiteY97" fmla="*/ 417203 h 4939827"/>
              <a:gd name="connsiteX98" fmla="*/ 1913794 w 12192000"/>
              <a:gd name="connsiteY98" fmla="*/ 365255 h 4939827"/>
              <a:gd name="connsiteX99" fmla="*/ 2129762 w 12192000"/>
              <a:gd name="connsiteY99" fmla="*/ 367832 h 4939827"/>
              <a:gd name="connsiteX100" fmla="*/ 2376970 w 12192000"/>
              <a:gd name="connsiteY100" fmla="*/ 350129 h 4939827"/>
              <a:gd name="connsiteX101" fmla="*/ 2480155 w 12192000"/>
              <a:gd name="connsiteY101" fmla="*/ 359227 h 4939827"/>
              <a:gd name="connsiteX102" fmla="*/ 2586782 w 12192000"/>
              <a:gd name="connsiteY102" fmla="*/ 339352 h 4939827"/>
              <a:gd name="connsiteX103" fmla="*/ 2679617 w 12192000"/>
              <a:gd name="connsiteY103" fmla="*/ 305383 h 4939827"/>
              <a:gd name="connsiteX104" fmla="*/ 2788947 w 12192000"/>
              <a:gd name="connsiteY104" fmla="*/ 250375 h 4939827"/>
              <a:gd name="connsiteX105" fmla="*/ 2965530 w 12192000"/>
              <a:gd name="connsiteY105" fmla="*/ 245958 h 4939827"/>
              <a:gd name="connsiteX106" fmla="*/ 3103677 w 12192000"/>
              <a:gd name="connsiteY106" fmla="*/ 209527 h 4939827"/>
              <a:gd name="connsiteX107" fmla="*/ 3126759 w 12192000"/>
              <a:gd name="connsiteY107" fmla="*/ 211226 h 4939827"/>
              <a:gd name="connsiteX108" fmla="*/ 3164020 w 12192000"/>
              <a:gd name="connsiteY108" fmla="*/ 212779 h 4939827"/>
              <a:gd name="connsiteX109" fmla="*/ 3285019 w 12192000"/>
              <a:gd name="connsiteY109" fmla="*/ 220535 h 4939827"/>
              <a:gd name="connsiteX110" fmla="*/ 3365154 w 12192000"/>
              <a:gd name="connsiteY110" fmla="*/ 226416 h 4939827"/>
              <a:gd name="connsiteX111" fmla="*/ 3367507 w 12192000"/>
              <a:gd name="connsiteY111" fmla="*/ 225416 h 4939827"/>
              <a:gd name="connsiteX112" fmla="*/ 3387567 w 12192000"/>
              <a:gd name="connsiteY112" fmla="*/ 227103 h 4939827"/>
              <a:gd name="connsiteX113" fmla="*/ 3498001 w 12192000"/>
              <a:gd name="connsiteY113" fmla="*/ 231941 h 4939827"/>
              <a:gd name="connsiteX114" fmla="*/ 3561557 w 12192000"/>
              <a:gd name="connsiteY114" fmla="*/ 228095 h 4939827"/>
              <a:gd name="connsiteX115" fmla="*/ 3611920 w 12192000"/>
              <a:gd name="connsiteY115" fmla="*/ 218094 h 4939827"/>
              <a:gd name="connsiteX116" fmla="*/ 3620528 w 12192000"/>
              <a:gd name="connsiteY116" fmla="*/ 218788 h 4939827"/>
              <a:gd name="connsiteX117" fmla="*/ 3620766 w 12192000"/>
              <a:gd name="connsiteY117" fmla="*/ 218511 h 4939827"/>
              <a:gd name="connsiteX118" fmla="*/ 3629977 w 12192000"/>
              <a:gd name="connsiteY118" fmla="*/ 218664 h 4939827"/>
              <a:gd name="connsiteX119" fmla="*/ 3636217 w 12192000"/>
              <a:gd name="connsiteY119" fmla="*/ 220048 h 4939827"/>
              <a:gd name="connsiteX120" fmla="*/ 3709484 w 12192000"/>
              <a:gd name="connsiteY120" fmla="*/ 186927 h 4939827"/>
              <a:gd name="connsiteX121" fmla="*/ 3761342 w 12192000"/>
              <a:gd name="connsiteY121" fmla="*/ 177474 h 4939827"/>
              <a:gd name="connsiteX122" fmla="*/ 3799748 w 12192000"/>
              <a:gd name="connsiteY122" fmla="*/ 167154 h 4939827"/>
              <a:gd name="connsiteX123" fmla="*/ 3922756 w 12192000"/>
              <a:gd name="connsiteY123" fmla="*/ 194044 h 4939827"/>
              <a:gd name="connsiteX124" fmla="*/ 4028476 w 12192000"/>
              <a:gd name="connsiteY124" fmla="*/ 223679 h 4939827"/>
              <a:gd name="connsiteX125" fmla="*/ 4191582 w 12192000"/>
              <a:gd name="connsiteY125" fmla="*/ 238952 h 4939827"/>
              <a:gd name="connsiteX126" fmla="*/ 4251024 w 12192000"/>
              <a:gd name="connsiteY126" fmla="*/ 240874 h 4939827"/>
              <a:gd name="connsiteX127" fmla="*/ 4355275 w 12192000"/>
              <a:gd name="connsiteY127" fmla="*/ 260205 h 4939827"/>
              <a:gd name="connsiteX128" fmla="*/ 4423807 w 12192000"/>
              <a:gd name="connsiteY128" fmla="*/ 270366 h 4939827"/>
              <a:gd name="connsiteX129" fmla="*/ 4558432 w 12192000"/>
              <a:gd name="connsiteY129" fmla="*/ 269194 h 4939827"/>
              <a:gd name="connsiteX130" fmla="*/ 4635061 w 12192000"/>
              <a:gd name="connsiteY130" fmla="*/ 280682 h 4939827"/>
              <a:gd name="connsiteX131" fmla="*/ 4807427 w 12192000"/>
              <a:gd name="connsiteY131" fmla="*/ 276835 h 4939827"/>
              <a:gd name="connsiteX132" fmla="*/ 5028933 w 12192000"/>
              <a:gd name="connsiteY132" fmla="*/ 183887 h 4939827"/>
              <a:gd name="connsiteX133" fmla="*/ 5093642 w 12192000"/>
              <a:gd name="connsiteY133" fmla="*/ 177214 h 4939827"/>
              <a:gd name="connsiteX134" fmla="*/ 5102642 w 12192000"/>
              <a:gd name="connsiteY134" fmla="*/ 186816 h 4939827"/>
              <a:gd name="connsiteX135" fmla="*/ 5193590 w 12192000"/>
              <a:gd name="connsiteY135" fmla="*/ 156458 h 4939827"/>
              <a:gd name="connsiteX136" fmla="*/ 5323922 w 12192000"/>
              <a:gd name="connsiteY136" fmla="*/ 146332 h 4939827"/>
              <a:gd name="connsiteX137" fmla="*/ 5421860 w 12192000"/>
              <a:gd name="connsiteY137" fmla="*/ 167298 h 4939827"/>
              <a:gd name="connsiteX138" fmla="*/ 5476948 w 12192000"/>
              <a:gd name="connsiteY138" fmla="*/ 173249 h 4939827"/>
              <a:gd name="connsiteX139" fmla="*/ 5516842 w 12192000"/>
              <a:gd name="connsiteY139" fmla="*/ 184018 h 4939827"/>
              <a:gd name="connsiteX140" fmla="*/ 5619415 w 12192000"/>
              <a:gd name="connsiteY140" fmla="*/ 176781 h 4939827"/>
              <a:gd name="connsiteX141" fmla="*/ 5789867 w 12192000"/>
              <a:gd name="connsiteY141" fmla="*/ 150304 h 4939827"/>
              <a:gd name="connsiteX142" fmla="*/ 5825953 w 12192000"/>
              <a:gd name="connsiteY142" fmla="*/ 147907 h 4939827"/>
              <a:gd name="connsiteX143" fmla="*/ 5856168 w 12192000"/>
              <a:gd name="connsiteY143" fmla="*/ 158719 h 4939827"/>
              <a:gd name="connsiteX144" fmla="*/ 5862476 w 12192000"/>
              <a:gd name="connsiteY144" fmla="*/ 172447 h 4939827"/>
              <a:gd name="connsiteX145" fmla="*/ 5882195 w 12192000"/>
              <a:gd name="connsiteY145" fmla="*/ 173195 h 4939827"/>
              <a:gd name="connsiteX146" fmla="*/ 5952585 w 12192000"/>
              <a:gd name="connsiteY146" fmla="*/ 161012 h 4939827"/>
              <a:gd name="connsiteX147" fmla="*/ 6001964 w 12192000"/>
              <a:gd name="connsiteY147" fmla="*/ 154786 h 4939827"/>
              <a:gd name="connsiteX148" fmla="*/ 6184207 w 12192000"/>
              <a:gd name="connsiteY148" fmla="*/ 132658 h 4939827"/>
              <a:gd name="connsiteX149" fmla="*/ 6415830 w 12192000"/>
              <a:gd name="connsiteY149" fmla="*/ 136006 h 4939827"/>
              <a:gd name="connsiteX150" fmla="*/ 6756965 w 12192000"/>
              <a:gd name="connsiteY150" fmla="*/ 57636 h 4939827"/>
              <a:gd name="connsiteX151" fmla="*/ 6819400 w 12192000"/>
              <a:gd name="connsiteY151" fmla="*/ 30742 h 4939827"/>
              <a:gd name="connsiteX152" fmla="*/ 6986370 w 12192000"/>
              <a:gd name="connsiteY152" fmla="*/ 12659 h 4939827"/>
              <a:gd name="connsiteX153" fmla="*/ 6989536 w 12192000"/>
              <a:gd name="connsiteY153" fmla="*/ 14528 h 4939827"/>
              <a:gd name="connsiteX154" fmla="*/ 7015933 w 12192000"/>
              <a:gd name="connsiteY154" fmla="*/ 9653 h 4939827"/>
              <a:gd name="connsiteX155" fmla="*/ 7020592 w 12192000"/>
              <a:gd name="connsiteY155" fmla="*/ 1651 h 4939827"/>
              <a:gd name="connsiteX156" fmla="*/ 7025905 w 12192000"/>
              <a:gd name="connsiteY156" fmla="*/ 0 h 493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</a:cxnLst>
            <a:rect l="l" t="t" r="r" b="b"/>
            <a:pathLst>
              <a:path w="12192000" h="4939827">
                <a:moveTo>
                  <a:pt x="7025905" y="0"/>
                </a:moveTo>
                <a:lnTo>
                  <a:pt x="7032579" y="2808"/>
                </a:lnTo>
                <a:cubicBezTo>
                  <a:pt x="7044119" y="6590"/>
                  <a:pt x="7059062" y="10207"/>
                  <a:pt x="7079505" y="12971"/>
                </a:cubicBezTo>
                <a:cubicBezTo>
                  <a:pt x="7111522" y="10537"/>
                  <a:pt x="7122591" y="11519"/>
                  <a:pt x="7158791" y="12462"/>
                </a:cubicBezTo>
                <a:lnTo>
                  <a:pt x="7233338" y="24846"/>
                </a:lnTo>
                <a:cubicBezTo>
                  <a:pt x="7247177" y="23787"/>
                  <a:pt x="7254856" y="25962"/>
                  <a:pt x="7259791" y="29557"/>
                </a:cubicBezTo>
                <a:lnTo>
                  <a:pt x="7263923" y="35029"/>
                </a:lnTo>
                <a:lnTo>
                  <a:pt x="7281549" y="39654"/>
                </a:lnTo>
                <a:lnTo>
                  <a:pt x="7374735" y="65326"/>
                </a:lnTo>
                <a:lnTo>
                  <a:pt x="7376078" y="63849"/>
                </a:lnTo>
                <a:lnTo>
                  <a:pt x="7402026" y="60308"/>
                </a:lnTo>
                <a:lnTo>
                  <a:pt x="7415091" y="77403"/>
                </a:lnTo>
                <a:cubicBezTo>
                  <a:pt x="7421672" y="79965"/>
                  <a:pt x="7475806" y="92960"/>
                  <a:pt x="7488682" y="83440"/>
                </a:cubicBezTo>
                <a:cubicBezTo>
                  <a:pt x="7541625" y="94782"/>
                  <a:pt x="7683214" y="133614"/>
                  <a:pt x="7732750" y="145456"/>
                </a:cubicBezTo>
                <a:cubicBezTo>
                  <a:pt x="7748318" y="162765"/>
                  <a:pt x="7764581" y="171696"/>
                  <a:pt x="7785900" y="154493"/>
                </a:cubicBezTo>
                <a:cubicBezTo>
                  <a:pt x="7822539" y="158614"/>
                  <a:pt x="7915312" y="166523"/>
                  <a:pt x="7952584" y="170181"/>
                </a:cubicBezTo>
                <a:cubicBezTo>
                  <a:pt x="7998047" y="181004"/>
                  <a:pt x="8029749" y="207794"/>
                  <a:pt x="8058681" y="219431"/>
                </a:cubicBezTo>
                <a:cubicBezTo>
                  <a:pt x="8095466" y="185885"/>
                  <a:pt x="8090835" y="241759"/>
                  <a:pt x="8126175" y="240005"/>
                </a:cubicBezTo>
                <a:cubicBezTo>
                  <a:pt x="8163290" y="246246"/>
                  <a:pt x="8238799" y="256773"/>
                  <a:pt x="8281371" y="256875"/>
                </a:cubicBezTo>
                <a:cubicBezTo>
                  <a:pt x="8313651" y="251026"/>
                  <a:pt x="8346882" y="248570"/>
                  <a:pt x="8381609" y="240618"/>
                </a:cubicBezTo>
                <a:lnTo>
                  <a:pt x="8406759" y="232517"/>
                </a:lnTo>
                <a:lnTo>
                  <a:pt x="8426506" y="241842"/>
                </a:lnTo>
                <a:lnTo>
                  <a:pt x="8427949" y="240981"/>
                </a:lnTo>
                <a:cubicBezTo>
                  <a:pt x="8431925" y="239458"/>
                  <a:pt x="8436260" y="239096"/>
                  <a:pt x="8441468" y="241157"/>
                </a:cubicBezTo>
                <a:lnTo>
                  <a:pt x="8565757" y="255317"/>
                </a:lnTo>
                <a:lnTo>
                  <a:pt x="8573171" y="258426"/>
                </a:lnTo>
                <a:lnTo>
                  <a:pt x="8573548" y="258241"/>
                </a:lnTo>
                <a:cubicBezTo>
                  <a:pt x="8575650" y="258391"/>
                  <a:pt x="8618469" y="259217"/>
                  <a:pt x="8622021" y="261028"/>
                </a:cubicBezTo>
                <a:lnTo>
                  <a:pt x="8672650" y="254821"/>
                </a:lnTo>
                <a:cubicBezTo>
                  <a:pt x="8716151" y="260353"/>
                  <a:pt x="8748971" y="243487"/>
                  <a:pt x="8785543" y="263406"/>
                </a:cubicBezTo>
                <a:cubicBezTo>
                  <a:pt x="8826293" y="268498"/>
                  <a:pt x="8797654" y="254573"/>
                  <a:pt x="8830588" y="265483"/>
                </a:cubicBezTo>
                <a:cubicBezTo>
                  <a:pt x="8849202" y="267272"/>
                  <a:pt x="8877544" y="266277"/>
                  <a:pt x="8905142" y="264958"/>
                </a:cubicBezTo>
                <a:lnTo>
                  <a:pt x="8968582" y="262728"/>
                </a:lnTo>
                <a:lnTo>
                  <a:pt x="8972994" y="263284"/>
                </a:lnTo>
                <a:lnTo>
                  <a:pt x="9004605" y="258041"/>
                </a:lnTo>
                <a:lnTo>
                  <a:pt x="9016165" y="261258"/>
                </a:lnTo>
                <a:cubicBezTo>
                  <a:pt x="9028775" y="267579"/>
                  <a:pt x="9039083" y="277488"/>
                  <a:pt x="9043297" y="281547"/>
                </a:cubicBezTo>
                <a:lnTo>
                  <a:pt x="9048315" y="279264"/>
                </a:lnTo>
                <a:lnTo>
                  <a:pt x="9054706" y="278538"/>
                </a:lnTo>
                <a:lnTo>
                  <a:pt x="9070919" y="281810"/>
                </a:lnTo>
                <a:lnTo>
                  <a:pt x="9076813" y="283909"/>
                </a:lnTo>
                <a:cubicBezTo>
                  <a:pt x="9080948" y="285030"/>
                  <a:pt x="9083794" y="285362"/>
                  <a:pt x="9085871" y="285133"/>
                </a:cubicBezTo>
                <a:lnTo>
                  <a:pt x="9086159" y="284887"/>
                </a:lnTo>
                <a:lnTo>
                  <a:pt x="9134606" y="288168"/>
                </a:lnTo>
                <a:cubicBezTo>
                  <a:pt x="9149441" y="274272"/>
                  <a:pt x="9194106" y="309414"/>
                  <a:pt x="9195590" y="279568"/>
                </a:cubicBezTo>
                <a:cubicBezTo>
                  <a:pt x="9212898" y="284479"/>
                  <a:pt x="9220866" y="298055"/>
                  <a:pt x="9219336" y="278133"/>
                </a:cubicBezTo>
                <a:cubicBezTo>
                  <a:pt x="9225159" y="279201"/>
                  <a:pt x="9229164" y="278078"/>
                  <a:pt x="9232362" y="275894"/>
                </a:cubicBezTo>
                <a:lnTo>
                  <a:pt x="9283638" y="299924"/>
                </a:lnTo>
                <a:lnTo>
                  <a:pt x="9371484" y="329634"/>
                </a:lnTo>
                <a:lnTo>
                  <a:pt x="9404829" y="339038"/>
                </a:lnTo>
                <a:lnTo>
                  <a:pt x="9427021" y="358784"/>
                </a:lnTo>
                <a:cubicBezTo>
                  <a:pt x="9500124" y="364086"/>
                  <a:pt x="9604652" y="390635"/>
                  <a:pt x="9670844" y="405128"/>
                </a:cubicBezTo>
                <a:cubicBezTo>
                  <a:pt x="9688531" y="417998"/>
                  <a:pt x="9762277" y="426463"/>
                  <a:pt x="9816083" y="416573"/>
                </a:cubicBezTo>
                <a:lnTo>
                  <a:pt x="9936741" y="437044"/>
                </a:lnTo>
                <a:cubicBezTo>
                  <a:pt x="9978091" y="447025"/>
                  <a:pt x="10008641" y="443705"/>
                  <a:pt x="10050093" y="443783"/>
                </a:cubicBezTo>
                <a:cubicBezTo>
                  <a:pt x="10074709" y="448779"/>
                  <a:pt x="10088915" y="449258"/>
                  <a:pt x="10130090" y="459520"/>
                </a:cubicBezTo>
                <a:cubicBezTo>
                  <a:pt x="10137791" y="458564"/>
                  <a:pt x="10165777" y="459877"/>
                  <a:pt x="10173456" y="457749"/>
                </a:cubicBezTo>
                <a:lnTo>
                  <a:pt x="10218232" y="459820"/>
                </a:lnTo>
                <a:lnTo>
                  <a:pt x="10354176" y="471377"/>
                </a:lnTo>
                <a:cubicBezTo>
                  <a:pt x="10367946" y="478917"/>
                  <a:pt x="10417270" y="488110"/>
                  <a:pt x="10430681" y="481226"/>
                </a:cubicBezTo>
                <a:cubicBezTo>
                  <a:pt x="10441804" y="481366"/>
                  <a:pt x="10469025" y="490181"/>
                  <a:pt x="10478169" y="481774"/>
                </a:cubicBezTo>
                <a:cubicBezTo>
                  <a:pt x="10503830" y="488972"/>
                  <a:pt x="10531359" y="489751"/>
                  <a:pt x="10540907" y="485607"/>
                </a:cubicBezTo>
                <a:cubicBezTo>
                  <a:pt x="10569054" y="475472"/>
                  <a:pt x="10590882" y="489185"/>
                  <a:pt x="10614941" y="487592"/>
                </a:cubicBezTo>
                <a:cubicBezTo>
                  <a:pt x="10654657" y="492458"/>
                  <a:pt x="10645652" y="516778"/>
                  <a:pt x="10674098" y="521656"/>
                </a:cubicBezTo>
                <a:cubicBezTo>
                  <a:pt x="10737163" y="537583"/>
                  <a:pt x="10829686" y="559302"/>
                  <a:pt x="10874834" y="574867"/>
                </a:cubicBezTo>
                <a:cubicBezTo>
                  <a:pt x="10919981" y="590432"/>
                  <a:pt x="10878682" y="577481"/>
                  <a:pt x="10944981" y="615042"/>
                </a:cubicBezTo>
                <a:cubicBezTo>
                  <a:pt x="10976235" y="616974"/>
                  <a:pt x="10982969" y="648568"/>
                  <a:pt x="11006376" y="645957"/>
                </a:cubicBezTo>
                <a:cubicBezTo>
                  <a:pt x="11005343" y="630631"/>
                  <a:pt x="11047577" y="676048"/>
                  <a:pt x="11076308" y="675698"/>
                </a:cubicBezTo>
                <a:cubicBezTo>
                  <a:pt x="11093142" y="677175"/>
                  <a:pt x="11131116" y="681348"/>
                  <a:pt x="11148789" y="685041"/>
                </a:cubicBezTo>
                <a:cubicBezTo>
                  <a:pt x="11177310" y="688243"/>
                  <a:pt x="11217768" y="714725"/>
                  <a:pt x="11249129" y="684218"/>
                </a:cubicBezTo>
                <a:cubicBezTo>
                  <a:pt x="11276269" y="697037"/>
                  <a:pt x="11257432" y="693670"/>
                  <a:pt x="11299915" y="692177"/>
                </a:cubicBezTo>
                <a:cubicBezTo>
                  <a:pt x="11314401" y="703224"/>
                  <a:pt x="11371412" y="714421"/>
                  <a:pt x="11386973" y="708209"/>
                </a:cubicBezTo>
                <a:cubicBezTo>
                  <a:pt x="11425657" y="716286"/>
                  <a:pt x="11454555" y="715485"/>
                  <a:pt x="11500105" y="735014"/>
                </a:cubicBezTo>
                <a:cubicBezTo>
                  <a:pt x="11545172" y="751781"/>
                  <a:pt x="11573053" y="787789"/>
                  <a:pt x="11621735" y="789584"/>
                </a:cubicBezTo>
                <a:lnTo>
                  <a:pt x="11691200" y="867902"/>
                </a:lnTo>
                <a:cubicBezTo>
                  <a:pt x="11734106" y="911360"/>
                  <a:pt x="11773008" y="895495"/>
                  <a:pt x="11819427" y="911634"/>
                </a:cubicBezTo>
                <a:lnTo>
                  <a:pt x="11969720" y="964737"/>
                </a:lnTo>
                <a:cubicBezTo>
                  <a:pt x="12009110" y="978008"/>
                  <a:pt x="12010206" y="989588"/>
                  <a:pt x="12055766" y="991268"/>
                </a:cubicBezTo>
                <a:cubicBezTo>
                  <a:pt x="12105723" y="1003445"/>
                  <a:pt x="12068493" y="1020292"/>
                  <a:pt x="12171539" y="995427"/>
                </a:cubicBezTo>
                <a:cubicBezTo>
                  <a:pt x="12174929" y="995822"/>
                  <a:pt x="12180763" y="996228"/>
                  <a:pt x="12187831" y="996580"/>
                </a:cubicBezTo>
                <a:lnTo>
                  <a:pt x="12192000" y="996726"/>
                </a:lnTo>
                <a:lnTo>
                  <a:pt x="12192000" y="4939827"/>
                </a:lnTo>
                <a:lnTo>
                  <a:pt x="0" y="4939827"/>
                </a:lnTo>
                <a:lnTo>
                  <a:pt x="0" y="512043"/>
                </a:lnTo>
                <a:lnTo>
                  <a:pt x="7381" y="512580"/>
                </a:lnTo>
                <a:cubicBezTo>
                  <a:pt x="39359" y="514524"/>
                  <a:pt x="72732" y="514144"/>
                  <a:pt x="100029" y="504758"/>
                </a:cubicBezTo>
                <a:cubicBezTo>
                  <a:pt x="115935" y="525779"/>
                  <a:pt x="143126" y="489229"/>
                  <a:pt x="155244" y="525130"/>
                </a:cubicBezTo>
                <a:cubicBezTo>
                  <a:pt x="173881" y="522487"/>
                  <a:pt x="242791" y="514086"/>
                  <a:pt x="254366" y="534449"/>
                </a:cubicBezTo>
                <a:cubicBezTo>
                  <a:pt x="303041" y="537382"/>
                  <a:pt x="380161" y="541650"/>
                  <a:pt x="447292" y="542725"/>
                </a:cubicBezTo>
                <a:cubicBezTo>
                  <a:pt x="530282" y="553078"/>
                  <a:pt x="572130" y="539673"/>
                  <a:pt x="628105" y="547853"/>
                </a:cubicBezTo>
                <a:cubicBezTo>
                  <a:pt x="661608" y="509671"/>
                  <a:pt x="746152" y="605137"/>
                  <a:pt x="783146" y="591799"/>
                </a:cubicBezTo>
                <a:cubicBezTo>
                  <a:pt x="862499" y="590113"/>
                  <a:pt x="949481" y="579142"/>
                  <a:pt x="1043676" y="591887"/>
                </a:cubicBezTo>
                <a:cubicBezTo>
                  <a:pt x="1120353" y="576991"/>
                  <a:pt x="1172004" y="553592"/>
                  <a:pt x="1281816" y="520946"/>
                </a:cubicBezTo>
                <a:cubicBezTo>
                  <a:pt x="1339915" y="511282"/>
                  <a:pt x="1459480" y="554579"/>
                  <a:pt x="1486347" y="487310"/>
                </a:cubicBezTo>
                <a:cubicBezTo>
                  <a:pt x="1507765" y="532008"/>
                  <a:pt x="1539168" y="465954"/>
                  <a:pt x="1568079" y="462531"/>
                </a:cubicBezTo>
                <a:cubicBezTo>
                  <a:pt x="1587821" y="491525"/>
                  <a:pt x="1601468" y="469316"/>
                  <a:pt x="1622516" y="466058"/>
                </a:cubicBezTo>
                <a:cubicBezTo>
                  <a:pt x="1630056" y="483510"/>
                  <a:pt x="1647504" y="484261"/>
                  <a:pt x="1655457" y="465359"/>
                </a:cubicBezTo>
                <a:cubicBezTo>
                  <a:pt x="1651800" y="419723"/>
                  <a:pt x="1709718" y="447719"/>
                  <a:pt x="1717454" y="417203"/>
                </a:cubicBezTo>
                <a:cubicBezTo>
                  <a:pt x="1753115" y="414011"/>
                  <a:pt x="1882851" y="412376"/>
                  <a:pt x="1913794" y="365255"/>
                </a:cubicBezTo>
                <a:cubicBezTo>
                  <a:pt x="2001060" y="361067"/>
                  <a:pt x="2099559" y="366414"/>
                  <a:pt x="2129762" y="367832"/>
                </a:cubicBezTo>
                <a:cubicBezTo>
                  <a:pt x="2215380" y="355065"/>
                  <a:pt x="2248807" y="343296"/>
                  <a:pt x="2376970" y="350129"/>
                </a:cubicBezTo>
                <a:cubicBezTo>
                  <a:pt x="2393251" y="360463"/>
                  <a:pt x="2473371" y="379419"/>
                  <a:pt x="2480155" y="359227"/>
                </a:cubicBezTo>
                <a:cubicBezTo>
                  <a:pt x="2520060" y="359505"/>
                  <a:pt x="2561270" y="311415"/>
                  <a:pt x="2586782" y="339352"/>
                </a:cubicBezTo>
                <a:cubicBezTo>
                  <a:pt x="2585230" y="294982"/>
                  <a:pt x="2653633" y="316689"/>
                  <a:pt x="2679617" y="305383"/>
                </a:cubicBezTo>
                <a:cubicBezTo>
                  <a:pt x="2721434" y="266011"/>
                  <a:pt x="2746765" y="276002"/>
                  <a:pt x="2788947" y="250375"/>
                </a:cubicBezTo>
                <a:cubicBezTo>
                  <a:pt x="2851672" y="235447"/>
                  <a:pt x="2913075" y="252766"/>
                  <a:pt x="2965530" y="245958"/>
                </a:cubicBezTo>
                <a:cubicBezTo>
                  <a:pt x="3001911" y="238336"/>
                  <a:pt x="3090203" y="217828"/>
                  <a:pt x="3103677" y="209527"/>
                </a:cubicBezTo>
                <a:lnTo>
                  <a:pt x="3126759" y="211226"/>
                </a:lnTo>
                <a:cubicBezTo>
                  <a:pt x="3136908" y="211889"/>
                  <a:pt x="3148903" y="212490"/>
                  <a:pt x="3164020" y="212779"/>
                </a:cubicBezTo>
                <a:cubicBezTo>
                  <a:pt x="3225474" y="210084"/>
                  <a:pt x="3231859" y="218227"/>
                  <a:pt x="3285019" y="220535"/>
                </a:cubicBezTo>
                <a:cubicBezTo>
                  <a:pt x="3318541" y="222809"/>
                  <a:pt x="3359787" y="223898"/>
                  <a:pt x="3365154" y="226416"/>
                </a:cubicBezTo>
                <a:lnTo>
                  <a:pt x="3367507" y="225416"/>
                </a:lnTo>
                <a:cubicBezTo>
                  <a:pt x="3377583" y="223667"/>
                  <a:pt x="3383502" y="224760"/>
                  <a:pt x="3387567" y="227103"/>
                </a:cubicBezTo>
                <a:lnTo>
                  <a:pt x="3498001" y="231941"/>
                </a:lnTo>
                <a:cubicBezTo>
                  <a:pt x="3513569" y="226158"/>
                  <a:pt x="3539132" y="232525"/>
                  <a:pt x="3561557" y="228095"/>
                </a:cubicBezTo>
                <a:cubicBezTo>
                  <a:pt x="3574944" y="230843"/>
                  <a:pt x="3597426" y="216287"/>
                  <a:pt x="3611920" y="218094"/>
                </a:cubicBezTo>
                <a:lnTo>
                  <a:pt x="3620528" y="218788"/>
                </a:lnTo>
                <a:lnTo>
                  <a:pt x="3620766" y="218511"/>
                </a:lnTo>
                <a:cubicBezTo>
                  <a:pt x="3622780" y="218042"/>
                  <a:pt x="3625663" y="218038"/>
                  <a:pt x="3629977" y="218664"/>
                </a:cubicBezTo>
                <a:lnTo>
                  <a:pt x="3636217" y="220048"/>
                </a:lnTo>
                <a:lnTo>
                  <a:pt x="3709484" y="186927"/>
                </a:lnTo>
                <a:cubicBezTo>
                  <a:pt x="3731015" y="183190"/>
                  <a:pt x="3745790" y="180810"/>
                  <a:pt x="3761342" y="177474"/>
                </a:cubicBezTo>
                <a:lnTo>
                  <a:pt x="3799748" y="167154"/>
                </a:lnTo>
                <a:lnTo>
                  <a:pt x="3922756" y="194044"/>
                </a:lnTo>
                <a:cubicBezTo>
                  <a:pt x="3960877" y="203465"/>
                  <a:pt x="3965250" y="215357"/>
                  <a:pt x="4028476" y="223679"/>
                </a:cubicBezTo>
                <a:cubicBezTo>
                  <a:pt x="4088751" y="228019"/>
                  <a:pt x="4139112" y="248870"/>
                  <a:pt x="4191582" y="238952"/>
                </a:cubicBezTo>
                <a:cubicBezTo>
                  <a:pt x="4210842" y="254091"/>
                  <a:pt x="4229809" y="260810"/>
                  <a:pt x="4251024" y="240874"/>
                </a:cubicBezTo>
                <a:cubicBezTo>
                  <a:pt x="4306627" y="250935"/>
                  <a:pt x="4317066" y="281625"/>
                  <a:pt x="4355275" y="260205"/>
                </a:cubicBezTo>
                <a:cubicBezTo>
                  <a:pt x="4390577" y="327090"/>
                  <a:pt x="4385658" y="272111"/>
                  <a:pt x="4423807" y="270366"/>
                </a:cubicBezTo>
                <a:cubicBezTo>
                  <a:pt x="4457666" y="271864"/>
                  <a:pt x="4523223" y="267475"/>
                  <a:pt x="4558432" y="269194"/>
                </a:cubicBezTo>
                <a:cubicBezTo>
                  <a:pt x="4594553" y="230955"/>
                  <a:pt x="4596517" y="287120"/>
                  <a:pt x="4635061" y="280682"/>
                </a:cubicBezTo>
                <a:cubicBezTo>
                  <a:pt x="4676560" y="281955"/>
                  <a:pt x="4741782" y="292968"/>
                  <a:pt x="4807427" y="276835"/>
                </a:cubicBezTo>
                <a:cubicBezTo>
                  <a:pt x="4876769" y="256626"/>
                  <a:pt x="4951997" y="249407"/>
                  <a:pt x="5028933" y="183887"/>
                </a:cubicBezTo>
                <a:cubicBezTo>
                  <a:pt x="5044713" y="164149"/>
                  <a:pt x="5073685" y="161161"/>
                  <a:pt x="5093642" y="177214"/>
                </a:cubicBezTo>
                <a:cubicBezTo>
                  <a:pt x="5097077" y="179978"/>
                  <a:pt x="5100108" y="183212"/>
                  <a:pt x="5102642" y="186816"/>
                </a:cubicBezTo>
                <a:cubicBezTo>
                  <a:pt x="5150234" y="139156"/>
                  <a:pt x="5169674" y="190314"/>
                  <a:pt x="5193590" y="156458"/>
                </a:cubicBezTo>
                <a:cubicBezTo>
                  <a:pt x="5257854" y="151722"/>
                  <a:pt x="5301917" y="175841"/>
                  <a:pt x="5323922" y="146332"/>
                </a:cubicBezTo>
                <a:cubicBezTo>
                  <a:pt x="5355266" y="153538"/>
                  <a:pt x="5392601" y="198271"/>
                  <a:pt x="5421860" y="167298"/>
                </a:cubicBezTo>
                <a:cubicBezTo>
                  <a:pt x="5420630" y="196364"/>
                  <a:pt x="5461576" y="151467"/>
                  <a:pt x="5476948" y="173249"/>
                </a:cubicBezTo>
                <a:cubicBezTo>
                  <a:pt x="5487334" y="191763"/>
                  <a:pt x="5502178" y="182456"/>
                  <a:pt x="5516842" y="184018"/>
                </a:cubicBezTo>
                <a:cubicBezTo>
                  <a:pt x="5533140" y="200158"/>
                  <a:pt x="5599828" y="189750"/>
                  <a:pt x="5619415" y="176781"/>
                </a:cubicBezTo>
                <a:cubicBezTo>
                  <a:pt x="5690073" y="168499"/>
                  <a:pt x="5748631" y="186964"/>
                  <a:pt x="5789867" y="150304"/>
                </a:cubicBezTo>
                <a:cubicBezTo>
                  <a:pt x="5802836" y="146282"/>
                  <a:pt x="5814753" y="145947"/>
                  <a:pt x="5825953" y="147907"/>
                </a:cubicBezTo>
                <a:lnTo>
                  <a:pt x="5856168" y="158719"/>
                </a:lnTo>
                <a:lnTo>
                  <a:pt x="5862476" y="172447"/>
                </a:lnTo>
                <a:lnTo>
                  <a:pt x="5882195" y="173195"/>
                </a:lnTo>
                <a:lnTo>
                  <a:pt x="5952585" y="161012"/>
                </a:lnTo>
                <a:cubicBezTo>
                  <a:pt x="5962273" y="166588"/>
                  <a:pt x="5992020" y="151579"/>
                  <a:pt x="6001964" y="154786"/>
                </a:cubicBezTo>
                <a:cubicBezTo>
                  <a:pt x="6061748" y="122178"/>
                  <a:pt x="6101539" y="131534"/>
                  <a:pt x="6184207" y="132658"/>
                </a:cubicBezTo>
                <a:cubicBezTo>
                  <a:pt x="6266582" y="127016"/>
                  <a:pt x="6286876" y="151859"/>
                  <a:pt x="6415830" y="136006"/>
                </a:cubicBezTo>
                <a:cubicBezTo>
                  <a:pt x="6563502" y="116945"/>
                  <a:pt x="6684679" y="79367"/>
                  <a:pt x="6756965" y="57636"/>
                </a:cubicBezTo>
                <a:cubicBezTo>
                  <a:pt x="6761544" y="48663"/>
                  <a:pt x="6812642" y="36519"/>
                  <a:pt x="6819400" y="30742"/>
                </a:cubicBezTo>
                <a:lnTo>
                  <a:pt x="6986370" y="12659"/>
                </a:lnTo>
                <a:lnTo>
                  <a:pt x="6989536" y="14528"/>
                </a:lnTo>
                <a:cubicBezTo>
                  <a:pt x="7002946" y="17364"/>
                  <a:pt x="7010700" y="14716"/>
                  <a:pt x="7015933" y="9653"/>
                </a:cubicBezTo>
                <a:lnTo>
                  <a:pt x="7020592" y="1651"/>
                </a:lnTo>
                <a:lnTo>
                  <a:pt x="702590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09424-0BB8-142B-163E-C36020626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558" y="5198168"/>
            <a:ext cx="7394713" cy="6427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389D0BC-BA1D-4360-88F9-D9ECCBDAB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462" y="647758"/>
            <a:ext cx="6266329" cy="4392652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DF23CC-1A1A-1C33-6CCA-84E952A80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9859" y="1444810"/>
            <a:ext cx="6024282" cy="279543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F31B7E-4406-C9B6-6AA7-F2F1BC9FC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F213-0D99-499B-9BE2-76F6AF6B9E80}" type="datetime1">
              <a:rPr lang="en-US" smtClean="0"/>
              <a:t>11/19/2024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B56A065-0332-BE8D-6451-005E83496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492177-8873-9121-C28D-D245E39A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32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3928-DDFB-BC5F-E00D-AF14C42D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it-IT" sz="3850"/>
              <a:t>Object-Oriented Databases</a:t>
            </a:r>
            <a:endParaRPr lang="en-PK" sz="38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EE37D-FC76-5BD7-0FC1-75659C576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GB" sz="2100" b="1" dirty="0"/>
              <a:t>Advantages</a:t>
            </a:r>
            <a:r>
              <a:rPr lang="en-GB" sz="2100" dirty="0"/>
              <a:t>:</a:t>
            </a:r>
          </a:p>
          <a:p>
            <a:pPr lvl="1"/>
            <a:r>
              <a:rPr lang="en-GB" sz="2100" dirty="0"/>
              <a:t>Seamless integration with object-oriented programming.</a:t>
            </a:r>
          </a:p>
          <a:p>
            <a:pPr lvl="1"/>
            <a:r>
              <a:rPr lang="en-GB" sz="2100" dirty="0"/>
              <a:t>Handles complex data types like multimedia.</a:t>
            </a:r>
          </a:p>
          <a:p>
            <a:pPr lvl="1"/>
            <a:endParaRPr lang="en-GB" sz="2100" dirty="0"/>
          </a:p>
          <a:p>
            <a:pPr lvl="1"/>
            <a:endParaRPr lang="en-GB" sz="2100" dirty="0"/>
          </a:p>
          <a:p>
            <a:pPr lvl="1"/>
            <a:endParaRPr lang="en-PK" sz="2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A3AE4B20-5214-E839-6B3E-F738FDAC8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8E6F2-7E15-A9BD-DD23-4FBB25FC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C5017-1F0F-4FB5-85AF-EA3E7D84B93E}" type="datetime1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FD753-4113-4DE7-8297-F8192DF2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8C316-D984-5E61-B58B-26F4D93FC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65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33B50-87ED-1D4E-2439-49AF032B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 (Java)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5EF7C7-AF02-6940-EEB5-021FCD54F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821" y="1466836"/>
            <a:ext cx="5419311" cy="3924328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E9AC926-DE99-C2B9-2177-48C7AAF3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844F-DEAC-4CEF-815B-302A4AF9EA19}" type="datetime1">
              <a:rPr lang="en-US" smtClean="0"/>
              <a:t>11/19/2024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082991D-478D-FDF8-1F1D-B1C0B984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F01E80-D2A6-CA95-979B-598B3F0D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42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2E0AA-05CE-D303-DC1C-C1BB4CC91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Overview</a:t>
            </a:r>
            <a:r>
              <a:rPr lang="it-IT" dirty="0"/>
              <a:t> of DBMS Software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89209-8894-7275-68E0-FD597EA3D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MySQL:</a:t>
            </a:r>
          </a:p>
          <a:p>
            <a:pPr lvl="1"/>
            <a:r>
              <a:rPr lang="en-GB" dirty="0"/>
              <a:t>Open-source, widely used in web applications.</a:t>
            </a:r>
          </a:p>
          <a:p>
            <a:pPr lvl="1"/>
            <a:r>
              <a:rPr lang="en-GB" dirty="0"/>
              <a:t>Example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b="1" dirty="0"/>
              <a:t>PostgreSQL</a:t>
            </a:r>
            <a:r>
              <a:rPr lang="en-GB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Advanced open-source RDBMS with support for JSON.</a:t>
            </a:r>
          </a:p>
          <a:p>
            <a:pPr lvl="1"/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9220F4-789A-494D-E6B8-78F93B8F3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387" y="3186812"/>
            <a:ext cx="7059010" cy="676369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E5D999-7A32-F69F-B39E-7A3291110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62C51-9839-4BF6-81A1-B6FC7D8CC12D}" type="datetime1">
              <a:rPr lang="en-US" smtClean="0"/>
              <a:t>11/19/2024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71EFE64-D021-B331-4E42-BFFEA8D40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FCF108-0FA9-6485-B79E-80E546E8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2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3C7BCC-B047-DACE-30C8-A2FCEAB2C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3500">
                <a:solidFill>
                  <a:srgbClr val="FFFFFF"/>
                </a:solidFill>
              </a:rPr>
              <a:t>DBMS Software Continued</a:t>
            </a:r>
            <a:endParaRPr lang="en-PK" sz="35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C68FD-119B-A970-AEE5-0B0A2112E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GB" sz="1700" b="1" dirty="0"/>
              <a:t>SQL Server</a:t>
            </a:r>
            <a:r>
              <a:rPr lang="en-GB" sz="17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700" dirty="0"/>
              <a:t>Developed by Microsoft; supports enterprise applications.</a:t>
            </a:r>
          </a:p>
          <a:p>
            <a:r>
              <a:rPr lang="en-GB" sz="1700" b="1" dirty="0"/>
              <a:t>Oracle</a:t>
            </a:r>
            <a:r>
              <a:rPr lang="en-GB" sz="17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1700" dirty="0"/>
              <a:t>Enterprise-grade with extensive features.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700" dirty="0"/>
          </a:p>
          <a:p>
            <a:endParaRPr lang="en-PK" sz="17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01BA8-7761-6D41-8B43-15228E8F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721F-1FAA-4D8A-84EA-162B4C8606CB}" type="datetime1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E958F-49C6-9B8F-257F-40DB2565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C4AF5-4ECC-B4AB-21FE-9582D8EA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6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D2D158-63D0-4A53-8998-B67CD90E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Comparison of DBMS Software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1F92106-88D4-61E0-A645-936D2F16A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635283"/>
            <a:ext cx="8178799" cy="2474086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3AE8109-723D-2B01-2242-A1D20676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CF016-C73D-4005-8D47-63DA87DB95F1}" type="datetime1">
              <a:rPr lang="en-US" smtClean="0"/>
              <a:t>11/19/2024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DDB82C-CC1A-8771-331E-CDBD98947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5DE81D-4D13-5644-CC80-B8B667AE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35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BA7ED-C88A-A657-C85D-6E4636FF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Summary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E8775-19F2-E050-D929-5D031D70A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it-IT" dirty="0"/>
              <a:t>Key Points:</a:t>
            </a:r>
          </a:p>
          <a:p>
            <a:pPr lvl="1"/>
            <a:r>
              <a:rPr lang="it-IT" dirty="0" err="1"/>
              <a:t>Relational</a:t>
            </a:r>
            <a:r>
              <a:rPr lang="it-IT" dirty="0"/>
              <a:t>, </a:t>
            </a:r>
            <a:r>
              <a:rPr lang="it-IT" dirty="0" err="1"/>
              <a:t>NoSQL</a:t>
            </a:r>
            <a:r>
              <a:rPr lang="it-IT" dirty="0"/>
              <a:t>, and Object-</a:t>
            </a:r>
            <a:r>
              <a:rPr lang="it-IT" dirty="0" err="1"/>
              <a:t>Oriented</a:t>
            </a:r>
            <a:r>
              <a:rPr lang="it-IT" dirty="0"/>
              <a:t> databases serve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needs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DBMS software like MySQL, </a:t>
            </a:r>
            <a:r>
              <a:rPr lang="it-IT" dirty="0" err="1"/>
              <a:t>PostgreSQL</a:t>
            </a:r>
            <a:r>
              <a:rPr lang="it-IT" dirty="0"/>
              <a:t>, SQL Server, and Oracle are versatile tools.</a:t>
            </a:r>
          </a:p>
          <a:p>
            <a:pPr lvl="1"/>
            <a:r>
              <a:rPr lang="it-IT" dirty="0" err="1"/>
              <a:t>Hands-on</a:t>
            </a:r>
            <a:r>
              <a:rPr lang="it-IT" dirty="0"/>
              <a:t> practice with SQL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crucial</a:t>
            </a:r>
            <a:r>
              <a:rPr lang="it-IT" dirty="0"/>
              <a:t> for </a:t>
            </a:r>
            <a:r>
              <a:rPr lang="it-IT" dirty="0" err="1"/>
              <a:t>understanding</a:t>
            </a:r>
            <a:r>
              <a:rPr lang="it-IT" dirty="0"/>
              <a:t>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F1D88-6C0E-0EEC-0C49-2FCC4DB3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122996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11/19/2024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65AB6-C210-B71E-6B3A-66C460019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9383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2CDE8-904B-6390-4F51-77359F50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83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D91E30-AE4B-65F9-8746-9396AA7FC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/>
              <a:t>Question</a:t>
            </a:r>
            <a:endParaRPr lang="en-PK" sz="63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525ED-032C-74B4-3F10-7F864CAC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622" y="6356350"/>
            <a:ext cx="8745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11/19/2024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C76D5-9753-F2C5-F571-AA7B12AF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3268-48D8-2730-2B06-55F14882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08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90709C-0071-4279-89D3-164CB7794B27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360</Words>
  <Application>Microsoft Office PowerPoint</Application>
  <PresentationFormat>On-screen Show (4:3)</PresentationFormat>
  <Paragraphs>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Database Management Systems</vt:lpstr>
      <vt:lpstr>Types of Databases - Overview</vt:lpstr>
      <vt:lpstr>Relational Databases (RDBMS)</vt:lpstr>
      <vt:lpstr>Relational Databases (RDBMS)</vt:lpstr>
      <vt:lpstr>NoSQL Databases</vt:lpstr>
      <vt:lpstr>Example</vt:lpstr>
      <vt:lpstr>Object-Oriented Databases</vt:lpstr>
      <vt:lpstr>Example (Java)</vt:lpstr>
      <vt:lpstr>Overview of DBMS Software</vt:lpstr>
      <vt:lpstr>DBMS Software Continued</vt:lpstr>
      <vt:lpstr>Comparison of DBMS Software</vt:lpstr>
      <vt:lpstr>Summary</vt:lpstr>
      <vt:lpstr>Question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Atta Muhammad</cp:lastModifiedBy>
  <cp:revision>101</cp:revision>
  <dcterms:created xsi:type="dcterms:W3CDTF">2013-01-27T09:14:16Z</dcterms:created>
  <dcterms:modified xsi:type="dcterms:W3CDTF">2024-11-19T06:39:10Z</dcterms:modified>
  <cp:category/>
</cp:coreProperties>
</file>